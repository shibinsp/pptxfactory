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Modern Dark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C8C8"/>
                </a:solidFill>
                <a:latin typeface="Arial"/>
              </a:defRPr>
            </a:pPr>
            <a:r>
              <a:t>Professional Presentation 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657600"/>
            <a:ext cx="1828800" cy="457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D2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282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C8C8C8"/>
                </a:solidFill>
                <a:latin typeface="Arial"/>
              </a:defRPr>
            </a:pPr>
            <a:r>
              <a:t>• Modern and clean design aesthetic</a:t>
            </a:r>
            <a:br/>
            <a:r>
              <a:t>• Fully customizable color schemes</a:t>
            </a:r>
            <a:br/>
            <a:r>
              <a:t>• Professional typography and layouts</a:t>
            </a:r>
            <a:br/>
            <a:r>
              <a:t>• Ready for business presentations</a:t>
            </a:r>
            <a:br/>
            <a:r>
              <a:t>• Easy to edit and adapt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D2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5212080"/>
          </a:xfrm>
          <a:prstGeom prst="roundRect">
            <a:avLst/>
          </a:prstGeom>
          <a:solidFill>
            <a:srgbClr val="282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212080"/>
          </a:xfrm>
          <a:prstGeom prst="roundRect">
            <a:avLst/>
          </a:prstGeom>
          <a:solidFill>
            <a:srgbClr val="282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8C8C8"/>
                </a:solidFill>
                <a:latin typeface="Arial"/>
              </a:defRPr>
            </a:pPr>
            <a:r>
              <a:t>• Point A details here</a:t>
            </a:r>
            <a:br/>
            <a:r>
              <a:t>• Supporting information</a:t>
            </a:r>
            <a:br/>
            <a:r>
              <a:t>• Additional context</a:t>
            </a:r>
            <a:br/>
            <a:r>
              <a:t>• Key takeaway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8C8C8"/>
                </a:solidFill>
                <a:latin typeface="Arial"/>
              </a:defRPr>
            </a:pPr>
            <a:r>
              <a:t>• Point B details here</a:t>
            </a:r>
            <a:br/>
            <a:r>
              <a:t>• Supporting information</a:t>
            </a:r>
            <a:br/>
            <a:r>
              <a:t>• Additional context</a:t>
            </a:r>
            <a:br/>
            <a:r>
              <a:t>• Key takeaway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2286000"/>
            <a:ext cx="8534095" cy="2286000"/>
          </a:xfrm>
          <a:prstGeom prst="rect">
            <a:avLst/>
          </a:prstGeom>
          <a:solidFill>
            <a:srgbClr val="1E1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2926080"/>
            <a:ext cx="7619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New Section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D2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Visual Content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5212080"/>
          </a:xfrm>
          <a:prstGeom prst="round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69696"/>
                </a:solidFill>
                <a:latin typeface="Arial"/>
              </a:defRPr>
            </a:pPr>
            <a:r>
              <a:t>🖼️ 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212080"/>
          </a:xfrm>
          <a:prstGeom prst="roundRect">
            <a:avLst/>
          </a:prstGeom>
          <a:solidFill>
            <a:srgbClr val="282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46304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8C8C8"/>
                </a:solidFill>
                <a:latin typeface="Arial"/>
              </a:defRPr>
            </a:pPr>
            <a:r>
              <a:t>Add your image to the left placeholder and describe it here. This layout is perfect for showcasing products, diagrams, or visual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E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D2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2828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C8C8C8"/>
                </a:solidFill>
                <a:latin typeface="Arial"/>
              </a:defRPr>
            </a:pPr>
            <a:r>
              <a:t>• Main point one with details</a:t>
            </a:r>
            <a:br/>
            <a:r>
              <a:t>• Main point two with supporting info</a:t>
            </a:r>
            <a:br/>
            <a:r>
              <a:t>• Main point three for emphasis</a:t>
            </a:r>
            <a:br/>
            <a:r>
              <a:t>• Conclusion and next steps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