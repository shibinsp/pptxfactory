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Calibri"/>
              </a:defRPr>
            </a:pPr>
            <a:r>
              <a:t>Modern Dark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B4B4B4"/>
                </a:solidFill>
                <a:latin typeface="Calibri"/>
              </a:defRPr>
            </a:pPr>
            <a:r>
              <a:t>Tech Presentation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FFC8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323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C8C8C8"/>
                </a:solidFill>
                <a:latin typeface="Calibri"/>
              </a:defRPr>
            </a:pPr>
            <a:r>
              <a:t>• Dark theme with neon accents</a:t>
            </a:r>
            <a:br/>
            <a:r>
              <a:t>• Modern tech aesthetic</a:t>
            </a:r>
            <a:br/>
            <a:r>
              <a:t>• Perfect for startups</a:t>
            </a:r>
            <a:br/>
            <a:r>
              <a:t>• Eye-catching design</a:t>
            </a:r>
            <a:br/>
            <a:r>
              <a:t>• Professional look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