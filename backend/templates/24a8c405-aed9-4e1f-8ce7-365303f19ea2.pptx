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-1828800"/>
            <a:ext cx="4572000" cy="4572000"/>
          </a:xfrm>
          <a:prstGeom prst="ellipse">
            <a:avLst/>
          </a:prstGeom>
          <a:solidFill>
            <a:srgbClr val="00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Modern Dark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4B4B4"/>
                </a:solidFill>
                <a:latin typeface="Arial"/>
              </a:defRPr>
            </a:pPr>
            <a:r>
              <a:t>Tech Presentation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D2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FFC8"/>
                </a:solidFill>
                <a:latin typeface="Arial"/>
              </a:defRPr>
            </a:pPr>
            <a:r>
              <a:t>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323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C8"/>
                </a:solidFill>
                <a:latin typeface="Arial"/>
              </a:defRPr>
            </a:pPr>
            <a:r>
              <a:t>• Dark theme with neon accents</a:t>
            </a:r>
            <a:br/>
            <a:r>
              <a:t>• Modern tech aesthetic</a:t>
            </a:r>
            <a:br/>
            <a:r>
              <a:t>• Perfect for startups</a:t>
            </a:r>
            <a:br/>
            <a:r>
              <a:t>• Eye-catching design</a:t>
            </a:r>
            <a:br/>
            <a:r>
              <a:t>• Professional look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