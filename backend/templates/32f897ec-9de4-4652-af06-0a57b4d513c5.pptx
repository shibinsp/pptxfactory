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0" y="914400"/>
            <a:ext cx="3657600" cy="3657600"/>
          </a:xfrm>
          <a:prstGeom prst="ellipse">
            <a:avLst/>
          </a:prstGeom>
          <a:solidFill>
            <a:srgbClr val="FF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C86400"/>
                </a:solidFill>
                <a:latin typeface="Arial"/>
              </a:defRPr>
            </a:pPr>
            <a:r>
              <a:t>Sunset 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65028"/>
                </a:solidFill>
                <a:latin typeface="Arial"/>
              </a:defRPr>
            </a:pPr>
            <a:r>
              <a:t>Energetic &amp; Warm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Warm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43C28"/>
                </a:solidFill>
                <a:latin typeface="Arial"/>
              </a:defRPr>
            </a:pPr>
            <a:r>
              <a:t>• Orange warm tones</a:t>
            </a:r>
            <a:br/>
            <a:r>
              <a:t>• Energetic design</a:t>
            </a:r>
            <a:br/>
            <a:r>
              <a:t>• Motivational feel</a:t>
            </a:r>
            <a:br/>
            <a:r>
              <a:t>• Sales ready</a:t>
            </a:r>
            <a:br/>
            <a:r>
              <a:t>• Eye catching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