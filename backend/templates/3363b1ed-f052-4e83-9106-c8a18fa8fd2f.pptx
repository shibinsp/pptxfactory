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229600" y="-1828800"/>
            <a:ext cx="5486400" cy="5486400"/>
          </a:xfrm>
          <a:prstGeom prst="ellipse">
            <a:avLst/>
          </a:prstGeom>
          <a:solidFill>
            <a:srgbClr val="8A2B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2286000"/>
            <a:ext cx="7315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400" b="1">
                <a:solidFill>
                  <a:srgbClr val="641E96"/>
                </a:solidFill>
                <a:latin typeface="Arial"/>
              </a:defRPr>
            </a:pPr>
            <a:r>
              <a:t>Creative Purple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840480"/>
            <a:ext cx="7315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503264"/>
                </a:solidFill>
                <a:latin typeface="Arial"/>
              </a:defRPr>
            </a:pPr>
            <a:r>
              <a:t>Professional Presentation Template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3657600"/>
            <a:ext cx="1828800" cy="45720"/>
          </a:xfrm>
          <a:prstGeom prst="rect">
            <a:avLst/>
          </a:prstGeom>
          <a:solidFill>
            <a:srgbClr val="8A2B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8A2B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FFFFF"/>
                </a:solidFill>
                <a:latin typeface="Arial"/>
              </a:defRPr>
            </a:pPr>
            <a:r>
              <a:t>Key Features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371600"/>
            <a:ext cx="11277295" cy="5029200"/>
          </a:xfrm>
          <a:prstGeom prst="roundRect">
            <a:avLst/>
          </a:prstGeom>
          <a:solidFill>
            <a:srgbClr val="F5F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828800"/>
            <a:ext cx="10058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0">
                <a:solidFill>
                  <a:srgbClr val="503264"/>
                </a:solidFill>
                <a:latin typeface="Arial"/>
              </a:defRPr>
            </a:pPr>
            <a:r>
              <a:t>• Modern and clean design aesthetic</a:t>
            </a:r>
            <a:br/>
            <a:r>
              <a:t>• Fully customizable color schemes</a:t>
            </a:r>
            <a:br/>
            <a:r>
              <a:t>• Professional typography and layouts</a:t>
            </a:r>
            <a:br/>
            <a:r>
              <a:t>• Ready for business presentations</a:t>
            </a:r>
            <a:br/>
            <a:r>
              <a:t>• Easy to edit and adapt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8A2B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  <a:latin typeface="Arial"/>
              </a:defRPr>
            </a:pPr>
            <a:r>
              <a:t>Comparison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188720"/>
            <a:ext cx="5486400" cy="5212080"/>
          </a:xfrm>
          <a:prstGeom prst="roundRect">
            <a:avLst/>
          </a:prstGeom>
          <a:solidFill>
            <a:srgbClr val="F5F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217920" y="1188720"/>
            <a:ext cx="5486400" cy="5212080"/>
          </a:xfrm>
          <a:prstGeom prst="roundRect">
            <a:avLst/>
          </a:prstGeom>
          <a:solidFill>
            <a:srgbClr val="F5F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49377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solidFill>
                  <a:srgbClr val="503264"/>
                </a:solidFill>
                <a:latin typeface="Arial"/>
              </a:defRPr>
            </a:pPr>
            <a:r>
              <a:t>• Point A details here</a:t>
            </a:r>
            <a:br/>
            <a:r>
              <a:t>• Supporting information</a:t>
            </a:r>
            <a:br/>
            <a:r>
              <a:t>• Additional context</a:t>
            </a:r>
            <a:br/>
            <a:r>
              <a:t>• Key takeaway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0" y="1463040"/>
            <a:ext cx="49377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solidFill>
                  <a:srgbClr val="503264"/>
                </a:solidFill>
                <a:latin typeface="Arial"/>
              </a:defRPr>
            </a:pPr>
            <a:r>
              <a:t>• Point B details here</a:t>
            </a:r>
            <a:br/>
            <a:r>
              <a:t>• Supporting information</a:t>
            </a:r>
            <a:br/>
            <a:r>
              <a:t>• Additional context</a:t>
            </a:r>
            <a:br/>
            <a:r>
              <a:t>• Key takeaway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8A2B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828800" y="2286000"/>
            <a:ext cx="8534095" cy="2286000"/>
          </a:xfrm>
          <a:prstGeom prst="rect">
            <a:avLst/>
          </a:prstGeom>
          <a:solidFill>
            <a:srgbClr val="FA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286000" y="2926080"/>
            <a:ext cx="761969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641E96"/>
                </a:solidFill>
                <a:latin typeface="Arial"/>
              </a:defRPr>
            </a:pPr>
            <a:r>
              <a:t>New Section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8A2B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  <a:latin typeface="Arial"/>
              </a:defRPr>
            </a:pPr>
            <a:r>
              <a:t>Visual Content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188720"/>
            <a:ext cx="5486400" cy="5212080"/>
          </a:xfrm>
          <a:prstGeom prst="round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3200400"/>
            <a:ext cx="5486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969696"/>
                </a:solidFill>
                <a:latin typeface="Arial"/>
              </a:defRPr>
            </a:pPr>
            <a:r>
              <a:t>🖼️ Image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188720"/>
            <a:ext cx="5486400" cy="5212080"/>
          </a:xfrm>
          <a:prstGeom prst="roundRect">
            <a:avLst/>
          </a:prstGeom>
          <a:solidFill>
            <a:srgbClr val="F5F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92240" y="1463040"/>
            <a:ext cx="49377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solidFill>
                  <a:srgbClr val="503264"/>
                </a:solidFill>
                <a:latin typeface="Arial"/>
              </a:defRPr>
            </a:pPr>
            <a:r>
              <a:t>Add your image to the left placeholder and describe it here. This layout is perfect for showcasing products, diagrams, or visual data.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8A2B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FFFFF"/>
                </a:solidFill>
                <a:latin typeface="Arial"/>
              </a:defRPr>
            </a:pPr>
            <a:r>
              <a:t>Summary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371600"/>
            <a:ext cx="11277295" cy="5029200"/>
          </a:xfrm>
          <a:prstGeom prst="roundRect">
            <a:avLst/>
          </a:prstGeom>
          <a:solidFill>
            <a:srgbClr val="F5F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828800"/>
            <a:ext cx="10058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0">
                <a:solidFill>
                  <a:srgbClr val="503264"/>
                </a:solidFill>
                <a:latin typeface="Arial"/>
              </a:defRPr>
            </a:pPr>
            <a:r>
              <a:t>• Main point one with details</a:t>
            </a:r>
            <a:br/>
            <a:r>
              <a:t>• Main point two with supporting info</a:t>
            </a:r>
            <a:br/>
            <a:r>
              <a:t>• Main point three for emphasis</a:t>
            </a:r>
            <a:br/>
            <a:r>
              <a:t>• Conclusion and next steps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