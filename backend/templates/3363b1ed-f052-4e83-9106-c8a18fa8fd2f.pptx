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182880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8A2BE2"/>
                </a:solidFill>
                <a:latin typeface="Arial"/>
              </a:defRPr>
            </a:pPr>
            <a:r>
              <a:t>Creative</a:t>
            </a:r>
            <a:br/>
            <a:r>
              <a:t>Purple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Creative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3264"/>
                </a:solidFill>
                <a:latin typeface="Arial"/>
              </a:defRPr>
            </a:pPr>
            <a:r>
              <a:t>• Bold purple design</a:t>
            </a:r>
            <a:br/>
            <a:r>
              <a:t>• Artistic layouts</a:t>
            </a:r>
            <a:br/>
            <a:r>
              <a:t>• Creative freedom</a:t>
            </a:r>
            <a:br/>
            <a:r>
              <a:t>• Modern aesthetic</a:t>
            </a:r>
            <a:br/>
            <a:r>
              <a:t>• Stand 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