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226422"/>
                </a:solidFill>
                <a:latin typeface="Calibri"/>
              </a:defRPr>
            </a:pPr>
            <a:r>
              <a:t>Nature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7850"/>
                </a:solidFill>
                <a:latin typeface="Calibri"/>
              </a:defRPr>
            </a:pPr>
            <a:r>
              <a:t>Eco-Friendly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Eco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25032"/>
                </a:solidFill>
                <a:latin typeface="Calibri"/>
              </a:defRPr>
            </a:pPr>
            <a:r>
              <a:t>• Green color palette</a:t>
            </a:r>
            <a:br/>
            <a:r>
              <a:t>• Nature-inspired design</a:t>
            </a:r>
            <a:br/>
            <a:r>
              <a:t>• Eco-friendly messaging</a:t>
            </a:r>
            <a:br/>
            <a:r>
              <a:t>• Organic shapes</a:t>
            </a:r>
            <a:br/>
            <a:r>
              <a:t>• Sustainable 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