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3657600"/>
            <a:ext cx="1828800" cy="4572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E3C72"/>
                </a:solidFill>
                <a:latin typeface="Arial"/>
              </a:defRPr>
            </a:pPr>
            <a:r>
              <a:t>Business Professional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46464"/>
                </a:solidFill>
                <a:latin typeface="Arial"/>
              </a:defRPr>
            </a:pPr>
            <a:r>
              <a:t>Corporate Presentation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Key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11277295" cy="50292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Arial"/>
              </a:defRPr>
            </a:pPr>
            <a:r>
              <a:t>• Professional navy blue color scheme</a:t>
            </a:r>
            <a:br/>
            <a:r>
              <a:t>• Clean and modern design</a:t>
            </a:r>
            <a:br/>
            <a:r>
              <a:t>• Perfect for business presentations</a:t>
            </a:r>
            <a:br/>
            <a:r>
              <a:t>• Easy to customize</a:t>
            </a:r>
            <a:br/>
            <a:r>
              <a:t>• Corporate ready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