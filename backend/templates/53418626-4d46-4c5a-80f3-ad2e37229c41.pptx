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E3C72"/>
                </a:solidFill>
                <a:latin typeface="Calibri"/>
              </a:defRPr>
            </a:pPr>
            <a:r>
              <a:t>Business Professional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646464"/>
                </a:solidFill>
                <a:latin typeface="Calibri"/>
              </a:defRPr>
            </a:pPr>
            <a:r>
              <a:t>Corporate Presentation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Professional navy blue color scheme</a:t>
            </a:r>
            <a:br/>
            <a:r>
              <a:t>• Clean and modern design</a:t>
            </a:r>
            <a:br/>
            <a:r>
              <a:t>• Perfect for business presentations</a:t>
            </a:r>
            <a:br/>
            <a:r>
              <a:t>• Easy to customize</a:t>
            </a:r>
            <a:br/>
            <a:r>
              <a:t>• Corporate ready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