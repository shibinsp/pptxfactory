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B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ross 3"/>
          <p:cNvSpPr/>
          <p:nvPr/>
        </p:nvSpPr>
        <p:spPr>
          <a:xfrm>
            <a:off x="10058400" y="914400"/>
            <a:ext cx="1371600" cy="1371600"/>
          </a:xfrm>
          <a:prstGeom prst="plus">
            <a:avLst/>
          </a:prstGeom>
          <a:solidFill>
            <a:srgbClr val="00B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788C"/>
                </a:solidFill>
                <a:latin typeface="Arial"/>
              </a:defRPr>
            </a:pPr>
            <a:r>
              <a:t>Healthcare Medical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07882"/>
                </a:solidFill>
                <a:latin typeface="Arial"/>
              </a:defRPr>
            </a:pPr>
            <a:r>
              <a:t>Clean &amp; Trusted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9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Medical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8505A"/>
                </a:solidFill>
                <a:latin typeface="Arial"/>
              </a:defRPr>
            </a:pPr>
            <a:r>
              <a:t>• Clean medical design</a:t>
            </a:r>
            <a:br/>
            <a:r>
              <a:t>• Teal health colors</a:t>
            </a:r>
            <a:br/>
            <a:r>
              <a:t>• Professional trust</a:t>
            </a:r>
            <a:br/>
            <a:r>
              <a:t>• Clinical ready</a:t>
            </a:r>
            <a:br/>
            <a:r>
              <a:t>• Patient friendly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