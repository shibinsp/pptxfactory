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0" y="0"/>
            <a:ext cx="4876495" cy="6858000"/>
          </a:xfrm>
          <a:prstGeom prst="rect">
            <a:avLst/>
          </a:prstGeom>
          <a:solidFill>
            <a:srgbClr val="644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0" y="1828800"/>
            <a:ext cx="2743200" cy="2743200"/>
          </a:xfrm>
          <a:prstGeom prst="ellipse">
            <a:avLst/>
          </a:prstGeom>
          <a:solidFill>
            <a:srgbClr val="FF64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6441A5"/>
                </a:solidFill>
                <a:latin typeface="Calibri"/>
              </a:defRPr>
            </a:pPr>
            <a:r>
              <a:t>Startup</a:t>
            </a:r>
            <a:br/>
            <a:r>
              <a:t>Modern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6441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Startup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77295" cy="50292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0">
                <a:solidFill>
                  <a:srgbClr val="3C3C50"/>
                </a:solidFill>
                <a:latin typeface="Calibri"/>
              </a:defRPr>
            </a:pPr>
            <a:r>
              <a:t>• Vibrant modern colors</a:t>
            </a:r>
            <a:br/>
            <a:r>
              <a:t>• Trendy design</a:t>
            </a:r>
            <a:br/>
            <a:r>
              <a:t>• Startup ready</a:t>
            </a:r>
            <a:br/>
            <a:r>
              <a:t>• Pitch perfect</a:t>
            </a:r>
            <a:br/>
            <a:r>
              <a:t>• Investor friendly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