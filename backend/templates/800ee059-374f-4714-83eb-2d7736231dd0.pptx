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64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1828800"/>
            <a:ext cx="2743200" cy="2743200"/>
          </a:xfrm>
          <a:prstGeom prst="ellipse">
            <a:avLst/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6441A5"/>
                </a:solidFill>
                <a:latin typeface="Arial"/>
              </a:defRPr>
            </a:pPr>
            <a:r>
              <a:t>Startup</a:t>
            </a:r>
            <a:br/>
            <a:r>
              <a:t>Modern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4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Startup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C3C50"/>
                </a:solidFill>
                <a:latin typeface="Arial"/>
              </a:defRPr>
            </a:pPr>
            <a:r>
              <a:t>• Vibrant modern colors</a:t>
            </a:r>
            <a:br/>
            <a:r>
              <a:t>• Trendy design</a:t>
            </a:r>
            <a:br/>
            <a:r>
              <a:t>• Startup ready</a:t>
            </a:r>
            <a:br/>
            <a:r>
              <a:t>• Pitch perfect</a:t>
            </a:r>
            <a:br/>
            <a:r>
              <a:t>• Investor friendly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