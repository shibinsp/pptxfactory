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828800"/>
            <a:ext cx="5486400" cy="5486400"/>
          </a:xfrm>
          <a:prstGeom prst="ellipse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50328C"/>
                </a:solidFill>
                <a:latin typeface="Arial"/>
              </a:defRPr>
            </a:pPr>
            <a:r>
              <a:t>Startup Modern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C3C50"/>
                </a:solidFill>
                <a:latin typeface="Arial"/>
              </a:defRPr>
            </a:pPr>
            <a:r>
              <a:t>Professional Presentation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1828800" cy="45720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4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C3C50"/>
                </a:solidFill>
                <a:latin typeface="Arial"/>
              </a:defRPr>
            </a:pPr>
            <a:r>
              <a:t>• Modern and clean design aesthetic</a:t>
            </a:r>
            <a:br/>
            <a:r>
              <a:t>• Fully customizable color schemes</a:t>
            </a:r>
            <a:br/>
            <a:r>
              <a:t>• Professional typography and layouts</a:t>
            </a:r>
            <a:br/>
            <a:r>
              <a:t>• Ready for business presentations</a:t>
            </a:r>
            <a:br/>
            <a:r>
              <a:t>• Easy to edit and adapt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44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C3C50"/>
                </a:solidFill>
                <a:latin typeface="Arial"/>
              </a:defRPr>
            </a:pPr>
            <a:r>
              <a:t>• Point A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C3C50"/>
                </a:solidFill>
                <a:latin typeface="Arial"/>
              </a:defRPr>
            </a:pPr>
            <a:r>
              <a:t>• Point B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286000"/>
            <a:ext cx="8534095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0328C"/>
                </a:solidFill>
                <a:latin typeface="Arial"/>
              </a:defRPr>
            </a:pPr>
            <a:r>
              <a:t>New Section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44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Visual Content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69696"/>
                </a:solidFill>
                <a:latin typeface="Arial"/>
              </a:defRPr>
            </a:pPr>
            <a:r>
              <a:t>🖼️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C3C50"/>
                </a:solidFill>
                <a:latin typeface="Arial"/>
              </a:defRPr>
            </a:pPr>
            <a:r>
              <a:t>Add your image to the left placeholder and describe it here. This layout is perfect for showcasing products, diagrams, or visual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4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C3C50"/>
                </a:solidFill>
                <a:latin typeface="Arial"/>
              </a:defRPr>
            </a:pPr>
            <a:r>
              <a:t>• Main point one with details</a:t>
            </a:r>
            <a:br/>
            <a:r>
              <a:t>• Main point two with supporting info</a:t>
            </a:r>
            <a:br/>
            <a:r>
              <a:t>• Main point three for emphasis</a:t>
            </a:r>
            <a:br/>
            <a:r>
              <a:t>• Conclusion and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