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E1E1E"/>
                </a:solidFill>
                <a:latin typeface="Arial"/>
              </a:defRPr>
            </a:pPr>
            <a:r>
              <a:t>Minimalist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505050"/>
                </a:solidFill>
                <a:latin typeface="Arial"/>
              </a:defRPr>
            </a:pPr>
            <a:r>
              <a:t>Professional Presentation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23232"/>
                </a:solidFill>
                <a:latin typeface="Arial"/>
              </a:defRPr>
            </a:pPr>
            <a:r>
              <a:t>Key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7295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505050"/>
                </a:solidFill>
                <a:latin typeface="Arial"/>
              </a:defRPr>
            </a:pPr>
            <a:r>
              <a:t>• Modern and clean design aesthetic</a:t>
            </a:r>
            <a:br/>
            <a:r>
              <a:t>• Fully customizable color schemes</a:t>
            </a:r>
            <a:br/>
            <a:r>
              <a:t>• Professional typography and layouts</a:t>
            </a:r>
            <a:br/>
            <a:r>
              <a:t>• Ready for business presentations</a:t>
            </a:r>
            <a:br/>
            <a:r>
              <a:t>• Easy to edit and adapt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23232"/>
                </a:solidFill>
                <a:latin typeface="Arial"/>
              </a:defRPr>
            </a:pPr>
            <a:r>
              <a:t>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486400" cy="5212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486400" cy="5212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505050"/>
                </a:solidFill>
                <a:latin typeface="Arial"/>
              </a:defRPr>
            </a:pPr>
            <a:r>
              <a:t>• Point A details here</a:t>
            </a:r>
            <a:br/>
            <a:r>
              <a:t>• Supporting information</a:t>
            </a:r>
            <a:br/>
            <a:r>
              <a:t>• Additional context</a:t>
            </a:r>
            <a:br/>
            <a:r>
              <a:t>• Key takeaway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46304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505050"/>
                </a:solidFill>
                <a:latin typeface="Arial"/>
              </a:defRPr>
            </a:pPr>
            <a:r>
              <a:t>• Point B details here</a:t>
            </a:r>
            <a:br/>
            <a:r>
              <a:t>• Supporting information</a:t>
            </a:r>
            <a:br/>
            <a:r>
              <a:t>• Additional context</a:t>
            </a:r>
            <a:br/>
            <a:r>
              <a:t>• Key takeaway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2286000"/>
            <a:ext cx="8534095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2926080"/>
            <a:ext cx="7619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1E1E"/>
                </a:solidFill>
                <a:latin typeface="Arial"/>
              </a:defRPr>
            </a:pPr>
            <a:r>
              <a:t>New Section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23232"/>
                </a:solidFill>
                <a:latin typeface="Arial"/>
              </a:defRPr>
            </a:pPr>
            <a:r>
              <a:t>Visual Content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486400" cy="521208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69696"/>
                </a:solidFill>
                <a:latin typeface="Arial"/>
              </a:defRPr>
            </a:pPr>
            <a:r>
              <a:t>🖼️ Image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86400" cy="5212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6304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505050"/>
                </a:solidFill>
                <a:latin typeface="Arial"/>
              </a:defRPr>
            </a:pPr>
            <a:r>
              <a:t>Add your image to the left placeholder and describe it here. This layout is perfect for showcasing products, diagrams, or visual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23232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7295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505050"/>
                </a:solidFill>
                <a:latin typeface="Arial"/>
              </a:defRPr>
            </a:pPr>
            <a:r>
              <a:t>• Main point one with details</a:t>
            </a:r>
            <a:br/>
            <a:r>
              <a:t>• Main point two with supporting info</a:t>
            </a:r>
            <a:br/>
            <a:r>
              <a:t>• Main point three for emphasis</a:t>
            </a:r>
            <a:br/>
            <a:r>
              <a:t>• Conclusion and 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