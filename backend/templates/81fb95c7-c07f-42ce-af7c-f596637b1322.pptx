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2743200"/>
            <a:ext cx="304769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323232"/>
                </a:solidFill>
                <a:latin typeface="Arial"/>
              </a:defRPr>
            </a:pPr>
            <a:r>
              <a:t>Minimalist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7878"/>
                </a:solidFill>
                <a:latin typeface="Arial"/>
              </a:defRPr>
            </a:pPr>
            <a:r>
              <a:t>Simple &amp; Elegant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23232"/>
                </a:solidFill>
                <a:latin typeface="Arial"/>
              </a:defRPr>
            </a:pPr>
            <a:r>
              <a:t>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8288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Arial"/>
              </a:defRPr>
            </a:pPr>
            <a:r>
              <a:t>• Clean white design</a:t>
            </a:r>
            <a:br/>
            <a:r>
              <a:t>• Minimal elements</a:t>
            </a:r>
            <a:br/>
            <a:r>
              <a:t>• Focus on content</a:t>
            </a:r>
            <a:br/>
            <a:r>
              <a:t>• Easy to read</a:t>
            </a:r>
            <a:br/>
            <a:r>
              <a:t>• Professional simplicity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