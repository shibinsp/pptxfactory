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8B0000"/>
                </a:solidFill>
              </a:defRPr>
            </a:pPr>
            <a:r>
              <a:t>Academic Classic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2F4F4F"/>
                </a:solidFill>
              </a:defRPr>
            </a:pPr>
            <a:r>
              <a:t>Traditional academic presentation style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AF0"/>
                </a:solidFill>
              </a:defRPr>
            </a:pPr>
            <a:r>
              <a:t>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F4F4F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2F4F4F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2F4F4F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F4F4F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2F4F4F"/>
                </a:solidFill>
              </a:defRPr>
            </a:pPr>
          </a:p>
          <a:p>
            <a:pPr>
              <a:defRPr sz="1600">
                <a:solidFill>
                  <a:srgbClr val="2F4F4F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2F4F4F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F4F4F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2F4F4F"/>
                </a:solidFill>
              </a:defRPr>
            </a:pPr>
          </a:p>
          <a:p>
            <a:pPr>
              <a:defRPr sz="1600">
                <a:solidFill>
                  <a:srgbClr val="2F4F4F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2F4F4F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AF0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A52A2A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A52A2A">
              <a:lumMod val="50000"/>
              <a:lumOff val="50000"/>
            </a:srgbClr>
          </a:solidFill>
          <a:ln w="2540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F4F4F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DAA52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F4F4F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A52A2A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F4F4F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A52A2A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F4F4F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A52A2A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F4F4F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AF0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AF0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