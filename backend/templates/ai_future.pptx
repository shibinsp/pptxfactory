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57200"/>
            <a:ext cx="914400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914400"/>
            <a:ext cx="914400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1371600"/>
            <a:ext cx="914400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</a:defRPr>
            </a:pPr>
            <a:r>
              <a:t>AI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Futuristic AI and machine learning theme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0F1A"/>
                </a:solidFill>
              </a:defRPr>
            </a:pPr>
            <a:r>
              <a:t>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C3AE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C3AE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0F1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C3AE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A78BFA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C3AED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A78BFA">
              <a:lumMod val="50000"/>
              <a:lumOff val="50000"/>
            </a:srgbClr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C3AED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22D3E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A78BFA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A78BFA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A78BFA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F0F1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F0F1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