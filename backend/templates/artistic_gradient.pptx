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 rot="21300000">
            <a:off x="-914400" y="4572000"/>
            <a:ext cx="10972800" cy="1828800"/>
          </a:xfrm>
          <a:prstGeom prst="parallelogram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6B6B"/>
                </a:solidFill>
              </a:defRPr>
            </a:pPr>
            <a:r>
              <a:t>Artistic Gradient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Vibrant gradients for artistic presentations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Creative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FFE66D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6B"/>
                </a:solidFill>
              </a:defRPr>
            </a:pPr>
            <a:r>
              <a:t>Slide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FFE66D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6B"/>
                </a:solidFill>
              </a:defRPr>
            </a:pPr>
            <a:r>
              <a:t>Slide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Point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A1A2E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FFE66D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6B"/>
                </a:solidFill>
              </a:defRPr>
            </a:pPr>
            <a:r>
              <a:t>Slide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4ECDC4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6B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4ECDC4">
              <a:lumMod val="50000"/>
              <a:lumOff val="50000"/>
            </a:srgbClr>
          </a:solidFill>
          <a:ln w="25400">
            <a:solidFill>
              <a:srgbClr val="FFE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6B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FFE66D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4ECDC4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4ECDC4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4ECDC4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A1A2E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A1A2E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