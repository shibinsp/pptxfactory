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D2691E"/>
                </a:solidFill>
              </a:defRPr>
            </a:pPr>
            <a:r>
              <a:t>Autumn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8B4513"/>
                </a:solidFill>
              </a:defRPr>
            </a:pPr>
            <a:r>
              <a:t>Warm autumn colors and cozy feel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8DC"/>
                </a:solidFill>
              </a:defRPr>
            </a:pPr>
            <a:r>
              <a:t>Seasonal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2691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8B4513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8B4513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8B4513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2691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4513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8B4513"/>
                </a:solidFill>
              </a:defRPr>
            </a:pPr>
          </a:p>
          <a:p>
            <a:pPr>
              <a:defRPr sz="1600">
                <a:solidFill>
                  <a:srgbClr val="8B4513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8B4513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B4513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8B4513"/>
                </a:solidFill>
              </a:defRPr>
            </a:pPr>
          </a:p>
          <a:p>
            <a:pPr>
              <a:defRPr sz="1600">
                <a:solidFill>
                  <a:srgbClr val="8B4513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8B4513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8DC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2691E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CD853F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2691E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CD853F">
              <a:lumMod val="50000"/>
              <a:lumOff val="50000"/>
            </a:srgbClr>
          </a:solidFill>
          <a:ln w="25400"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8B4513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2691E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DAA52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8B4513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CD853F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B4513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CD853F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B4513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CD853F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B4513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26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8D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8DC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