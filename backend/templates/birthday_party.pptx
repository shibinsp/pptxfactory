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6B9D"/>
                </a:solidFill>
              </a:defRPr>
            </a:pPr>
            <a:r>
              <a:t>Birthday Party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4A4A4A"/>
                </a:solidFill>
              </a:defRPr>
            </a:pPr>
            <a:r>
              <a:t>Fun birthday celebration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8B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5F7"/>
                </a:solidFill>
              </a:defRPr>
            </a:pPr>
            <a:r>
              <a:t>Events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9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A4A4A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4A4A4A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4A4A4A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9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A4A4A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4A4A4A"/>
                </a:solidFill>
              </a:defRPr>
            </a:pPr>
          </a:p>
          <a:p>
            <a:pPr>
              <a:defRPr sz="1600">
                <a:solidFill>
                  <a:srgbClr val="4A4A4A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4A4A4A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A4A4A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4A4A4A"/>
                </a:solidFill>
              </a:defRPr>
            </a:pPr>
          </a:p>
          <a:p>
            <a:pPr>
              <a:defRPr sz="1600">
                <a:solidFill>
                  <a:srgbClr val="4A4A4A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4A4A4A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5F7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9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C44569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9D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C44569">
              <a:lumMod val="50000"/>
              <a:lumOff val="50000"/>
            </a:srgbClr>
          </a:solidFill>
          <a:ln w="25400">
            <a:solidFill>
              <a:srgbClr val="F8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4A4A4A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6B9D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8B5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4A4A4A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C4456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A4A4A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C4456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A4A4A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C44569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A4A4A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5F7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5F7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