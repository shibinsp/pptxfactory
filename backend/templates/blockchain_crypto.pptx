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457200"/>
            <a:ext cx="914400" cy="9144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914400"/>
            <a:ext cx="914400" cy="9144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0" y="1371600"/>
            <a:ext cx="914400" cy="9144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7931A"/>
                </a:solidFill>
              </a:defRPr>
            </a:pPr>
            <a:r>
              <a:t>Blockchain Crypto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Crypto and blockchain inspired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1A1A"/>
                </a:solidFill>
              </a:defRPr>
            </a:pPr>
            <a:r>
              <a:t>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7931A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7931A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1A1A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7931A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4D4D4D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7931A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4D4D4D">
              <a:lumMod val="50000"/>
              <a:lumOff val="50000"/>
            </a:srgbClr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7931A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00FF88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4D4D4D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4D4D4D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4D4D4D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A1A1A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A1A1A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