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300000">
            <a:off x="-914400" y="4572000"/>
            <a:ext cx="10972800" cy="1828800"/>
          </a:xfrm>
          <a:prstGeom prst="parallelogram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006E"/>
                </a:solidFill>
              </a:defRPr>
            </a:pPr>
            <a:r>
              <a:t>Bold Typography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Typography-focused design with bold statements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0D0D"/>
                </a:solidFill>
              </a:defRPr>
            </a:pPr>
            <a:r>
              <a:t>Creative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3A86FF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006E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3A86FF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006E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D0D0D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3A86FF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006E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8338EC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006E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8338EC">
              <a:lumMod val="50000"/>
              <a:lumOff val="50000"/>
            </a:srgbClr>
          </a:solidFill>
          <a:ln w="254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006E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3A86FF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8338EC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8338EC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8338EC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0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D0D0D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D0D0D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