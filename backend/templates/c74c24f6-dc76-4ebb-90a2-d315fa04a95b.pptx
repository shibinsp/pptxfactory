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743200"/>
            <a:ext cx="1828800" cy="4572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64503C"/>
                </a:solidFill>
                <a:latin typeface="Arial"/>
              </a:defRPr>
            </a:pPr>
            <a:r>
              <a:t>Executive Gold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B7555"/>
                </a:solidFill>
                <a:latin typeface="Arial"/>
              </a:defRPr>
            </a:pPr>
            <a:r>
              <a:t>Premium &amp; Luxury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8B7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Arial"/>
              </a:defRPr>
            </a:pPr>
            <a:r>
              <a:t>Premium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50463C"/>
                </a:solidFill>
                <a:latin typeface="Arial"/>
              </a:defRPr>
            </a:pPr>
            <a:r>
              <a:t>• Gold luxury accents</a:t>
            </a:r>
            <a:br/>
            <a:r>
              <a:t>• Executive style</a:t>
            </a:r>
            <a:br/>
            <a:r>
              <a:t>• Premium feel</a:t>
            </a:r>
            <a:br/>
            <a:r>
              <a:t>• High-end design</a:t>
            </a:r>
            <a:br/>
            <a:r>
              <a:t>• Boardroom ready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