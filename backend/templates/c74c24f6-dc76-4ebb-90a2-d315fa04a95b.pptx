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82880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64503C"/>
                </a:solidFill>
                <a:latin typeface="Calibri"/>
              </a:defRPr>
            </a:pPr>
            <a:r>
              <a:t>Executive Gold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8B7555"/>
                </a:solidFill>
                <a:latin typeface="Calibri"/>
              </a:defRPr>
            </a:pPr>
            <a:r>
              <a:t>Premium &amp; Luxury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B7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Premium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0463C"/>
                </a:solidFill>
                <a:latin typeface="Calibri"/>
              </a:defRPr>
            </a:pPr>
            <a:r>
              <a:t>• Gold luxury accents</a:t>
            </a:r>
            <a:br/>
            <a:r>
              <a:t>• Executive style</a:t>
            </a:r>
            <a:br/>
            <a:r>
              <a:t>• Premium feel</a:t>
            </a:r>
            <a:br/>
            <a:r>
              <a:t>• High-end design</a:t>
            </a:r>
            <a:br/>
            <a:r>
              <a:t>• Boardroom 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