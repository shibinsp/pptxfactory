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64503C"/>
                </a:solidFill>
                <a:latin typeface="Arial"/>
              </a:defRPr>
            </a:pPr>
            <a:r>
              <a:t>Executive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463C"/>
                </a:solidFill>
                <a:latin typeface="Arial"/>
              </a:defRPr>
            </a:pPr>
            <a:r>
              <a:t>Professional Presentation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0463C"/>
                </a:solidFill>
                <a:latin typeface="Arial"/>
              </a:defRPr>
            </a:pPr>
            <a:r>
              <a:t>• Modern and clean design aesthetic</a:t>
            </a:r>
            <a:br/>
            <a:r>
              <a:t>• Fully customizable color schemes</a:t>
            </a:r>
            <a:br/>
            <a:r>
              <a:t>• Professional typography and layouts</a:t>
            </a:r>
            <a:br/>
            <a:r>
              <a:t>• Ready for business presentations</a:t>
            </a:r>
            <a:br/>
            <a:r>
              <a:t>• Easy to edit and adapt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463C"/>
                </a:solidFill>
                <a:latin typeface="Arial"/>
              </a:defRPr>
            </a:pPr>
            <a:r>
              <a:t>• Point A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463C"/>
                </a:solidFill>
                <a:latin typeface="Arial"/>
              </a:defRPr>
            </a:pPr>
            <a:r>
              <a:t>• Point B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4503C"/>
                </a:solidFill>
                <a:latin typeface="Arial"/>
              </a:defRPr>
            </a:pPr>
            <a:r>
              <a:t>New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Visual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Arial"/>
              </a:defRPr>
            </a:pPr>
            <a:r>
              <a:t>🖼️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463C"/>
                </a:solidFill>
                <a:latin typeface="Arial"/>
              </a:defRPr>
            </a:pPr>
            <a:r>
              <a:t>Add your image to the left placeholder and describe it here. This layout is perfect for showcasing products, diagrams, or visual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0463C"/>
                </a:solidFill>
                <a:latin typeface="Arial"/>
              </a:defRPr>
            </a:pPr>
            <a:r>
              <a:t>• Main point one with details</a:t>
            </a:r>
            <a:br/>
            <a:r>
              <a:t>• Main point two with supporting info</a:t>
            </a:r>
            <a:br/>
            <a:r>
              <a:t>• Main point three for emphasis</a:t>
            </a:r>
            <a:br/>
            <a:r>
              <a:t>• Conclusion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