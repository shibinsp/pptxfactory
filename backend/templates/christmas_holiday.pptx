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41E3A"/>
                </a:solidFill>
              </a:defRPr>
            </a:pPr>
            <a:r>
              <a:t>Christmas Holiday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8B0000"/>
                </a:solidFill>
              </a:defRPr>
            </a:pPr>
            <a:r>
              <a:t>Festive Christmas and holiday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1E3A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B000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8B000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8B000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1E3A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000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8B0000"/>
                </a:solidFill>
              </a:defRPr>
            </a:pPr>
          </a:p>
          <a:p>
            <a:pPr>
              <a:defRPr sz="1600">
                <a:solidFill>
                  <a:srgbClr val="8B000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8B000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000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8B0000"/>
                </a:solidFill>
              </a:defRPr>
            </a:pPr>
          </a:p>
          <a:p>
            <a:pPr>
              <a:defRPr sz="1600">
                <a:solidFill>
                  <a:srgbClr val="8B000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8B000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8F0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1E3A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228B22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1E3A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228B22">
              <a:lumMod val="50000"/>
              <a:lumOff val="50000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8B000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1E3A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D7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B000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228B2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000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228B2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000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228B2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000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8F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8F0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