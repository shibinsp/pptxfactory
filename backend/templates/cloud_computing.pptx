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300000">
            <a:off x="-914400" y="4572000"/>
            <a:ext cx="10972800" cy="1828800"/>
          </a:xfrm>
          <a:prstGeom prst="parallelogram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1E40AF"/>
                </a:solidFill>
              </a:defRPr>
            </a:pPr>
            <a:r>
              <a:t>Cloud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1E3A8A"/>
                </a:solidFill>
              </a:defRPr>
            </a:pPr>
            <a:r>
              <a:t>Light and airy cloud-inspired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0F9FF"/>
                </a:solidFill>
              </a:defRPr>
            </a:pPr>
            <a:r>
              <a:t>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60A5FA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3A8A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1E3A8A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1E3A8A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60A5FA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3A8A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1E3A8A"/>
                </a:solidFill>
              </a:defRPr>
            </a:pPr>
          </a:p>
          <a:p>
            <a:pPr>
              <a:defRPr sz="1600">
                <a:solidFill>
                  <a:srgbClr val="1E3A8A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1E3A8A"/>
                </a:solidFill>
              </a:defRPr>
            </a:pPr>
            <a:r>
              <a:t>• Point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3A8A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1E3A8A"/>
                </a:solidFill>
              </a:defRPr>
            </a:pPr>
          </a:p>
          <a:p>
            <a:pPr>
              <a:defRPr sz="1600">
                <a:solidFill>
                  <a:srgbClr val="1E3A8A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1E3A8A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0F9FF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60A5FA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Slide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3B82F6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3B82F6">
              <a:lumMod val="50000"/>
              <a:lumOff val="50000"/>
            </a:srgbClr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3A8A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60A5FA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3A8A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3B82F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3A8A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3B82F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3A8A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3B82F6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3A8A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0F9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0F9FF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