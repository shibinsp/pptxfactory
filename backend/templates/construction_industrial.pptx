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00"/>
                </a:solidFill>
              </a:defRPr>
            </a:pPr>
            <a:r>
              <a:t>Construction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A202C"/>
                </a:solidFill>
              </a:defRPr>
            </a:pPr>
            <a:r>
              <a:t>Rugged industrial and construction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AFC"/>
                </a:solidFill>
              </a:defRPr>
            </a:pPr>
            <a:r>
              <a:t>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202C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1A202C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1A202C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02C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1A202C"/>
                </a:solidFill>
              </a:defRPr>
            </a:pP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202C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1A202C"/>
                </a:solidFill>
              </a:defRPr>
            </a:pP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1A202C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7FAFC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A5568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A5568">
              <a:lumMod val="50000"/>
              <a:lumOff val="50000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A202C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0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D7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A202C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A556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A556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A556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7FAF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7FAFC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