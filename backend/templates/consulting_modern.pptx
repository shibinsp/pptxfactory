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B365D"/>
                </a:solidFill>
              </a:defRPr>
            </a:pPr>
            <a:r>
              <a:t>Consulting Modern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B365D"/>
                </a:solidFill>
              </a:defRPr>
            </a:pPr>
            <a:r>
              <a:t>Modern consulting firm style with data focus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AFAFA"/>
                </a:solidFill>
              </a:defRPr>
            </a:pPr>
            <a:r>
              <a:t>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65D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B365D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1B365D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1B365D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65D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365D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1B365D"/>
                </a:solidFill>
              </a:defRPr>
            </a:pPr>
          </a:p>
          <a:p>
            <a:pPr>
              <a:defRPr sz="1600">
                <a:solidFill>
                  <a:srgbClr val="1B365D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1B365D"/>
                </a:solidFill>
              </a:defRPr>
            </a:pPr>
            <a:r>
              <a:t>• Point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365D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1B365D"/>
                </a:solidFill>
              </a:defRPr>
            </a:pPr>
          </a:p>
          <a:p>
            <a:pPr>
              <a:defRPr sz="1600">
                <a:solidFill>
                  <a:srgbClr val="1B365D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1B365D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AFAFA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65D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4A7C59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65D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4A7C59">
              <a:lumMod val="50000"/>
              <a:lumOff val="50000"/>
            </a:srgbClr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B365D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65D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4A261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B365D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4A7C5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B365D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4A7C5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B365D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4A7C5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B365D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AFAF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AFAFA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