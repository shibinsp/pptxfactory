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3B5C"/>
                </a:solidFill>
              </a:defRPr>
            </a:pPr>
            <a:r>
              <a:t>Corporate Blue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212529"/>
                </a:solidFill>
              </a:defRPr>
            </a:pPr>
            <a:r>
              <a:t>Trustworthy blue theme for corporate communications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9FA"/>
                </a:solidFill>
              </a:defRPr>
            </a:pPr>
            <a:r>
              <a:t>Business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B5C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B5C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529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212529"/>
                </a:solidFill>
              </a:defRPr>
            </a:pPr>
          </a:p>
          <a:p>
            <a:pPr>
              <a:defRPr sz="1600">
                <a:solidFill>
                  <a:srgbClr val="212529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r>
              <a:t>• Point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529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212529"/>
                </a:solidFill>
              </a:defRPr>
            </a:pPr>
          </a:p>
          <a:p>
            <a:pPr>
              <a:defRPr sz="1600">
                <a:solidFill>
                  <a:srgbClr val="212529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8F9FA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B5C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0077B6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B5C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0077B6">
              <a:lumMod val="50000"/>
              <a:lumOff val="50000"/>
            </a:srgbClr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B5C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00B4D8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12529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0077B6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0077B6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0077B6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8F9FA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8F9FA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