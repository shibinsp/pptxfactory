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C3E50"/>
                </a:solidFill>
              </a:defRPr>
            </a:pPr>
            <a:r>
              <a:t>Corporate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C3E50"/>
                </a:solidFill>
              </a:defRPr>
            </a:pPr>
            <a:r>
              <a:t>Professional event and conference theme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0F1"/>
                </a:solidFill>
              </a:defRPr>
            </a:pPr>
            <a:r>
              <a:t>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CF0F1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34495E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34495E">
              <a:lumMod val="50000"/>
              <a:lumOff val="50000"/>
            </a:srgbClr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C3E50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E74C3C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34495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34495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34495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CF0F1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