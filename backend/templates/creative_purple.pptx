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300000">
            <a:off x="-914400" y="4572000"/>
            <a:ext cx="10972800" cy="1828800"/>
          </a:xfrm>
          <a:prstGeom prst="parallelogram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B2C91"/>
                </a:solidFill>
              </a:defRPr>
            </a:pPr>
            <a:r>
              <a:t>Creative Purple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4A148C"/>
                </a:solidFill>
              </a:defRPr>
            </a:pPr>
            <a:r>
              <a:t>Bold purple design for creative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3E5F5"/>
                </a:solidFill>
              </a:defRPr>
            </a:pPr>
            <a:r>
              <a:t>Creative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91E6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2C91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A148C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4A148C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4A148C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91E6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2C91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148C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4A148C"/>
                </a:solidFill>
              </a:defRPr>
            </a:pPr>
          </a:p>
          <a:p>
            <a:pPr>
              <a:defRPr sz="1600">
                <a:solidFill>
                  <a:srgbClr val="4A148C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4A148C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148C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4A148C"/>
                </a:solidFill>
              </a:defRPr>
            </a:pPr>
          </a:p>
          <a:p>
            <a:pPr>
              <a:defRPr sz="1600">
                <a:solidFill>
                  <a:srgbClr val="4A148C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4A148C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B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3E5F5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91E6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2C91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9B59B6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2C91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9B59B6">
              <a:lumMod val="50000"/>
              <a:lumOff val="50000"/>
            </a:srgbClr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A148C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B2C91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E91E6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4A148C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9B59B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148C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9B59B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148C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9B59B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148C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B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3E5F5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3E5F5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