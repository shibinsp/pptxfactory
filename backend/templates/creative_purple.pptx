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581845"/>
                </a:solidFill>
                <a:latin typeface="Arial"/>
              </a:defRPr>
            </a:pPr>
            <a:r>
              <a:t>Creative 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9C27B0"/>
                </a:solidFill>
                <a:latin typeface="Arial"/>
              </a:defRPr>
            </a:pPr>
            <a:r>
              <a:t>Bold and creative design for artistic presentations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1845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Add your content here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2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3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Arial"/>
              </a:defRPr>
            </a:pPr>
            <a:r>
              <a:t>• Bullet point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