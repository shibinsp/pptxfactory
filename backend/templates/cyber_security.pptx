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D02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0" y="457200"/>
            <a:ext cx="914400" cy="914400"/>
          </a:xfrm>
          <a:prstGeom prst="rect">
            <a:avLst/>
          </a:prstGeom>
          <a:solidFill>
            <a:srgbClr val="008F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601200" y="914400"/>
            <a:ext cx="914400" cy="914400"/>
          </a:xfrm>
          <a:prstGeom prst="rect">
            <a:avLst/>
          </a:prstGeom>
          <a:solidFill>
            <a:srgbClr val="008F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058400" y="1371600"/>
            <a:ext cx="914400" cy="914400"/>
          </a:xfrm>
          <a:prstGeom prst="rect">
            <a:avLst/>
          </a:prstGeom>
          <a:solidFill>
            <a:srgbClr val="008F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768096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400" b="1">
                <a:solidFill>
                  <a:srgbClr val="00FF41"/>
                </a:solidFill>
              </a:defRPr>
            </a:pPr>
            <a:r>
              <a:t>Cyber Security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840480"/>
            <a:ext cx="7680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>
                <a:solidFill>
                  <a:srgbClr val="00FF41"/>
                </a:solidFill>
              </a:defRPr>
            </a:pPr>
            <a:r>
              <a:t>Security-focused dark theme with green accents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1828800" cy="365760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D0208"/>
                </a:solidFill>
              </a:defRPr>
            </a:pPr>
            <a:r>
              <a:t>Technology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D02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FF41"/>
                </a:solidFill>
              </a:defRPr>
            </a:pPr>
            <a:r>
              <a:t>Slide Title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00FF41"/>
                </a:solidFill>
              </a:defRPr>
            </a:pPr>
            <a:r>
              <a:t>• Bullet point one</a:t>
            </a:r>
          </a:p>
          <a:p>
            <a:pPr>
              <a:spcAft>
                <a:spcPts val="1200"/>
              </a:spcAft>
              <a:defRPr sz="1800">
                <a:solidFill>
                  <a:srgbClr val="00FF41"/>
                </a:solidFill>
              </a:defRPr>
            </a:pPr>
            <a:r>
              <a:t>• Bullet point two</a:t>
            </a:r>
          </a:p>
          <a:p>
            <a:pPr>
              <a:spcAft>
                <a:spcPts val="1200"/>
              </a:spcAft>
              <a:defRPr sz="1800">
                <a:solidFill>
                  <a:srgbClr val="00FF41"/>
                </a:solidFill>
              </a:defRPr>
            </a:pPr>
            <a:r>
              <a:t>• Bullet point three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D02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FF41"/>
                </a:solidFill>
              </a:defRPr>
            </a:pPr>
            <a:r>
              <a:t>Slide Title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3657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0FF41"/>
                </a:solidFill>
              </a:defRPr>
            </a:pPr>
            <a:r>
              <a:t>Left Column</a:t>
            </a:r>
          </a:p>
          <a:p>
            <a:pPr>
              <a:defRPr sz="1600">
                <a:solidFill>
                  <a:srgbClr val="00FF41"/>
                </a:solidFill>
              </a:defRPr>
            </a:pPr>
          </a:p>
          <a:p>
            <a:pPr>
              <a:defRPr sz="1600">
                <a:solidFill>
                  <a:srgbClr val="00FF41"/>
                </a:solidFill>
              </a:defRPr>
            </a:pPr>
            <a:r>
              <a:t>• Point A</a:t>
            </a:r>
          </a:p>
          <a:p>
            <a:pPr>
              <a:defRPr sz="1600">
                <a:solidFill>
                  <a:srgbClr val="00FF41"/>
                </a:solidFill>
              </a:defRPr>
            </a:pPr>
            <a:r>
              <a:t>• Point 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371600"/>
            <a:ext cx="3657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0FF41"/>
                </a:solidFill>
              </a:defRPr>
            </a:pPr>
            <a:r>
              <a:t>Right Column</a:t>
            </a:r>
          </a:p>
          <a:p>
            <a:pPr>
              <a:defRPr sz="1600">
                <a:solidFill>
                  <a:srgbClr val="00FF41"/>
                </a:solidFill>
              </a:defRPr>
            </a:pPr>
          </a:p>
          <a:p>
            <a:pPr>
              <a:defRPr sz="1600">
                <a:solidFill>
                  <a:srgbClr val="00FF41"/>
                </a:solidFill>
              </a:defRPr>
            </a:pPr>
            <a:r>
              <a:t>• Point C</a:t>
            </a:r>
          </a:p>
          <a:p>
            <a:pPr>
              <a:defRPr sz="1600">
                <a:solidFill>
                  <a:srgbClr val="00FF41"/>
                </a:solidFill>
              </a:defRPr>
            </a:pPr>
            <a:r>
              <a:t>• Point 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FF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0D0208"/>
                </a:solidFill>
              </a:defRPr>
            </a:pPr>
            <a:r>
              <a:t>Section Title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D02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FF41"/>
                </a:solidFill>
              </a:defRPr>
            </a:pPr>
            <a:r>
              <a:t>Slide Title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i="1">
                <a:solidFill>
                  <a:srgbClr val="008F11"/>
                </a:solidFill>
              </a:defRPr>
            </a:pPr>
            <a:r>
              <a:t>Key Message or Quote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D02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FF41"/>
                </a:solidFill>
              </a:defRPr>
            </a:pPr>
            <a:r>
              <a:t>Visual Content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7315200" cy="4114800"/>
          </a:xfrm>
          <a:prstGeom prst="rect">
            <a:avLst/>
          </a:prstGeom>
          <a:solidFill>
            <a:srgbClr val="008F11">
              <a:lumMod val="50000"/>
              <a:lumOff val="50000"/>
            </a:srgbClr>
          </a:solidFill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00FF41"/>
                </a:solidFill>
              </a:defRPr>
            </a:pPr>
            <a:r>
              <a:t>Image Placeholder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D02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FF41"/>
                </a:solidFill>
              </a:defRPr>
            </a:pPr>
            <a:r>
              <a:t>Data &amp; Charts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3657600" cy="4114800"/>
          </a:xfrm>
          <a:prstGeom prst="rect">
            <a:avLst/>
          </a:prstGeom>
          <a:solidFill>
            <a:srgbClr val="FF0000">
              <a:lumMod val="70000"/>
              <a:lumOff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00FF41"/>
                </a:solidFill>
              </a:defRPr>
            </a:pPr>
            <a:r>
              <a:t>Chart</a:t>
            </a:r>
          </a:p>
          <a:p>
            <a:r>
              <a:t>Area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0" y="1645920"/>
            <a:ext cx="3200400" cy="1097280"/>
          </a:xfrm>
          <a:prstGeom prst="roundRect">
            <a:avLst/>
          </a:prstGeom>
          <a:solidFill>
            <a:srgbClr val="008F11">
              <a:lumMod val="60000"/>
              <a:lumOff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00FF41"/>
                </a:solidFill>
              </a:defRPr>
            </a:pPr>
            <a:r>
              <a:t>Stat 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0" y="3108960"/>
            <a:ext cx="3200400" cy="1097280"/>
          </a:xfrm>
          <a:prstGeom prst="roundRect">
            <a:avLst/>
          </a:prstGeom>
          <a:solidFill>
            <a:srgbClr val="008F11">
              <a:lumMod val="60000"/>
              <a:lumOff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00FF41"/>
                </a:solidFill>
              </a:defRPr>
            </a:pPr>
            <a:r>
              <a:t>Stat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0" y="4572000"/>
            <a:ext cx="3200400" cy="1097280"/>
          </a:xfrm>
          <a:prstGeom prst="roundRect">
            <a:avLst/>
          </a:prstGeom>
          <a:solidFill>
            <a:srgbClr val="008F11">
              <a:lumMod val="60000"/>
              <a:lumOff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00FF41"/>
                </a:solidFill>
              </a:defRPr>
            </a:pPr>
            <a:r>
              <a:t>Stat 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FF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200400" y="1371600"/>
            <a:ext cx="2743200" cy="2743200"/>
          </a:xfrm>
          <a:prstGeom prst="ellipse">
            <a:avLst/>
          </a:prstGeom>
          <a:solidFill>
            <a:srgbClr val="0D02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3891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0D0208"/>
                </a:solidFill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486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0D0208"/>
                </a:solidFill>
              </a:defRPr>
            </a:pPr>
            <a:r>
              <a:t>contact@example.com | www.example.com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