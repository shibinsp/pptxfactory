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91695" cy="1828800"/>
          </a:xfrm>
          <a:prstGeom prst="rect">
            <a:avLst/>
          </a:prstGeom>
          <a:solidFill>
            <a:srgbClr val="006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846320"/>
            <a:ext cx="12191695" cy="36576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05078"/>
                </a:solidFill>
                <a:latin typeface="Arial"/>
              </a:defRPr>
            </a:pPr>
            <a:r>
              <a:t>Ocean Blue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506478"/>
                </a:solidFill>
                <a:latin typeface="Arial"/>
              </a:defRPr>
            </a:pPr>
            <a:r>
              <a:t>Calm &amp; Professional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Blue Features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1277295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83C50"/>
                </a:solidFill>
                <a:latin typeface="Arial"/>
              </a:defRPr>
            </a:pPr>
            <a:r>
              <a:t>• Ocean blue palette</a:t>
            </a:r>
            <a:br/>
            <a:r>
              <a:t>• Calm professional look</a:t>
            </a:r>
            <a:br/>
            <a:r>
              <a:t>• Healthcare ready</a:t>
            </a:r>
            <a:br/>
            <a:r>
              <a:t>• Trustworthy design</a:t>
            </a:r>
            <a:br/>
            <a:r>
              <a:t>• Corporate friendly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