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0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solidFill>
            <a:srgbClr val="009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005078"/>
                </a:solidFill>
                <a:latin typeface="Calibri"/>
              </a:defRPr>
            </a:pPr>
            <a:r>
              <a:t>Ocean 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6478"/>
                </a:solidFill>
                <a:latin typeface="Calibri"/>
              </a:defRPr>
            </a:pPr>
            <a:r>
              <a:t>Calm &amp; Professional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Blue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283C50"/>
                </a:solidFill>
                <a:latin typeface="Calibri"/>
              </a:defRPr>
            </a:pPr>
            <a:r>
              <a:t>• Ocean blue palette</a:t>
            </a:r>
            <a:br/>
            <a:r>
              <a:t>• Calm professional look</a:t>
            </a:r>
            <a:br/>
            <a:r>
              <a:t>• Healthcare ready</a:t>
            </a:r>
            <a:br/>
            <a:r>
              <a:t>• Trustworthy design</a:t>
            </a:r>
            <a:br/>
            <a:r>
              <a:t>• Corporate friendly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