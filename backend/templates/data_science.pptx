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2563EB"/>
                </a:solidFill>
              </a:defRPr>
            </a:pPr>
            <a:r>
              <a:t>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1E293B"/>
                </a:solidFill>
              </a:defRPr>
            </a:pPr>
            <a:r>
              <a:t>Clean design for data analytics presentations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1E293B"/>
                </a:solidFill>
              </a:defRPr>
            </a:pP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1E293B"/>
                </a:solidFill>
              </a:defRPr>
            </a:pP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3B82F6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3B82F6">
              <a:lumMod val="50000"/>
              <a:lumOff val="50000"/>
            </a:srgbClr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293B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10B981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3B82F6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3B82F6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3B82F6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8FAFC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