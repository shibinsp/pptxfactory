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D4AF37"/>
                </a:solidFill>
              </a:defRPr>
            </a:pPr>
            <a:r>
              <a:t>Executive Dark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Sophisticated dark theme for executive 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4A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0F1A"/>
                </a:solidFill>
              </a:defRPr>
            </a:pPr>
            <a:r>
              <a:t>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0F1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1A1A2E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1A1A2E">
              <a:lumMod val="50000"/>
              <a:lumOff val="50000"/>
            </a:srgbClr>
          </a:solidFill>
          <a:ln w="25400">
            <a:solidFill>
              <a:srgbClr val="4A4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4A4E69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1A1A2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1A1A2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1A1A2E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F0F1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F0F1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