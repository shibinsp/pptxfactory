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664D00"/>
                </a:solidFill>
                <a:latin typeface="Arial"/>
              </a:defRPr>
            </a:pPr>
            <a:r>
              <a:t>Executive Gold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4AF37"/>
                </a:solidFill>
                <a:latin typeface="Arial"/>
              </a:defRPr>
            </a:pPr>
            <a:r>
              <a:t>Premium gold theme for executive presentations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4D00"/>
                </a:solidFill>
                <a:latin typeface="Arial"/>
              </a:defRPr>
            </a:pPr>
            <a:r>
              <a:t>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4D00"/>
                </a:solidFill>
                <a:latin typeface="Arial"/>
              </a:defRPr>
            </a:pPr>
            <a:r>
              <a:t>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4D00"/>
                </a:solidFill>
                <a:latin typeface="Arial"/>
              </a:defRPr>
            </a:pPr>
            <a:r>
              <a:t>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4D00"/>
                </a:solidFill>
                <a:latin typeface="Arial"/>
              </a:defRPr>
            </a:pPr>
            <a:r>
              <a:t>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4D00"/>
                </a:solidFill>
                <a:latin typeface="Arial"/>
              </a:defRPr>
            </a:pPr>
            <a:r>
              <a:t>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4D00"/>
                </a:solidFill>
                <a:latin typeface="Arial"/>
              </a:defRPr>
            </a:pPr>
            <a:r>
              <a:t>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4D00"/>
                </a:solidFill>
                <a:latin typeface="Arial"/>
              </a:defRPr>
            </a:pPr>
            <a:r>
              <a:t>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4D00"/>
                </a:solidFill>
                <a:latin typeface="Arial"/>
              </a:defRPr>
            </a:pPr>
            <a:r>
              <a:t>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4D00"/>
                </a:solidFill>
                <a:latin typeface="Arial"/>
              </a:defRPr>
            </a:pPr>
            <a:r>
              <a:t>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