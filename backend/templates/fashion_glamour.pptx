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D4AF37"/>
                </a:solidFill>
              </a:defRPr>
            </a:pPr>
            <a:r>
              <a:t>Fashion Glamour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Elegant fashion and beauty theme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FF1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A0A0A"/>
                </a:solidFill>
              </a:defRPr>
            </a:pPr>
            <a:r>
              <a:t>Lifestyle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FFFFFF"/>
                </a:solidFill>
              </a:defRPr>
            </a:pP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A0A0A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C0C0C0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C0C0C0">
              <a:lumMod val="50000"/>
              <a:lumOff val="50000"/>
            </a:srgbClr>
          </a:solidFill>
          <a:ln w="25400">
            <a:solidFill>
              <a:srgbClr val="FF14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FF1493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C0C0C0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C0C0C0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C0C0C0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A0A0A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A0A0A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