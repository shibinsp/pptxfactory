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0D1B2A"/>
                </a:solidFill>
              </a:defRPr>
            </a:pPr>
            <a:r>
              <a:t>Financial Sleek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0D1B2A"/>
                </a:solidFill>
              </a:defRPr>
            </a:pPr>
            <a:r>
              <a:t>Professional finance and investment theme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7FA"/>
                </a:solidFill>
              </a:defRPr>
            </a:pPr>
            <a:r>
              <a:t>Business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Slide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D1B2A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0D1B2A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0D1B2A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Slide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D1B2A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0D1B2A"/>
                </a:solidFill>
              </a:defRPr>
            </a:pPr>
          </a:p>
          <a:p>
            <a:pPr>
              <a:defRPr sz="1600">
                <a:solidFill>
                  <a:srgbClr val="0D1B2A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0D1B2A"/>
                </a:solidFill>
              </a:defRPr>
            </a:pPr>
            <a:r>
              <a:t>• Point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D1B2A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0D1B2A"/>
                </a:solidFill>
              </a:defRPr>
            </a:pPr>
          </a:p>
          <a:p>
            <a:pPr>
              <a:defRPr sz="1600">
                <a:solidFill>
                  <a:srgbClr val="0D1B2A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0D1B2A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5F7FA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Slide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1B263B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1B263B">
              <a:lumMod val="50000"/>
              <a:lumOff val="50000"/>
            </a:srgbClr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0D1B2A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28A745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0D1B2A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1B263B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D1B2A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1B263B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D1B2A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1B263B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D1B2A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5F7FA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5F7FA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