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E65100"/>
                </a:solidFill>
              </a:defRPr>
            </a:pPr>
            <a:r>
              <a:t>Food Culinary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BF360C"/>
                </a:solidFill>
              </a:defRPr>
            </a:pPr>
            <a:r>
              <a:t>Appetizing design for food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3E0"/>
                </a:solidFill>
              </a:defRPr>
            </a:pPr>
            <a:r>
              <a:t>Lifestyle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51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F360C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BF360C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BF360C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51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360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BF360C"/>
                </a:solidFill>
              </a:defRPr>
            </a:pPr>
          </a:p>
          <a:p>
            <a:pPr>
              <a:defRPr sz="1600">
                <a:solidFill>
                  <a:srgbClr val="BF360C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BF360C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F360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BF360C"/>
                </a:solidFill>
              </a:defRPr>
            </a:pPr>
          </a:p>
          <a:p>
            <a:pPr>
              <a:defRPr sz="1600">
                <a:solidFill>
                  <a:srgbClr val="BF360C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BF360C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3E0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51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57C00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51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57C00">
              <a:lumMod val="50000"/>
              <a:lumOff val="50000"/>
            </a:srgbClr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BF360C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51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B3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BF360C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F57C0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BF360C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F57C0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BF360C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F57C0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BF360C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3E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3E0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