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5D4E37"/>
                </a:solidFill>
              </a:defRPr>
            </a:pPr>
            <a:r>
              <a:t>Forest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D2914"/>
                </a:solidFill>
              </a:defRPr>
            </a:pPr>
            <a:r>
              <a:t>Earthy tones inspired by forests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5DC"/>
                </a:solidFill>
              </a:defRPr>
            </a:pPr>
            <a:r>
              <a:t>Nature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D2914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3D2914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3D2914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914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3D2914"/>
                </a:solidFill>
              </a:defRPr>
            </a:pPr>
          </a:p>
          <a:p>
            <a:pPr>
              <a:defRPr sz="1600">
                <a:solidFill>
                  <a:srgbClr val="3D2914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3D2914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2914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3D2914"/>
                </a:solidFill>
              </a:defRPr>
            </a:pPr>
          </a:p>
          <a:p>
            <a:pPr>
              <a:defRPr sz="1600">
                <a:solidFill>
                  <a:srgbClr val="3D2914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3D2914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D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5D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8B7355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37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8B7355">
              <a:lumMod val="50000"/>
              <a:lumOff val="50000"/>
            </a:srgbClr>
          </a:solidFill>
          <a:ln w="25400">
            <a:solidFill>
              <a:srgbClr val="A0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D2914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D4E37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A0522D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D2914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8B735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2914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8B735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2914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8B735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2914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D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F5D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5D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