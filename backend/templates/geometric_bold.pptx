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6B35"/>
                </a:solidFill>
              </a:defRPr>
            </a:pPr>
            <a:r>
              <a:t>Geometric Bold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1A1A1A"/>
                </a:solidFill>
              </a:defRPr>
            </a:pPr>
            <a:r>
              <a:t>Strong geometric shapes and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1A6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7F7F7"/>
                </a:solidFill>
              </a:defRPr>
            </a:pPr>
            <a:r>
              <a:t>Creative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35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35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1A1A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1A1A1A"/>
                </a:solidFill>
              </a:defRPr>
            </a:pPr>
          </a:p>
          <a:p>
            <a:pPr>
              <a:defRPr sz="1600">
                <a:solidFill>
                  <a:srgbClr val="1A1A1A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1A1A1A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1A1A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1A1A1A"/>
                </a:solidFill>
              </a:defRPr>
            </a:pPr>
          </a:p>
          <a:p>
            <a:pPr>
              <a:defRPr sz="1600">
                <a:solidFill>
                  <a:srgbClr val="1A1A1A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1A1A1A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7F7F7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35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004E89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35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004E89">
              <a:lumMod val="50000"/>
              <a:lumOff val="50000"/>
            </a:srgbClr>
          </a:solidFill>
          <a:ln w="25400">
            <a:solidFill>
              <a:srgbClr val="1A6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A1A1A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35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1A659E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A1A1A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004E89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A1A1A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004E89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A1A1A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004E89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A1A1A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7F7F7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7F7F7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