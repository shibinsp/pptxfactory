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457200"/>
            <a:ext cx="914400" cy="914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914400"/>
            <a:ext cx="914400" cy="914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808080"/>
                </a:solidFill>
              </a:defRPr>
            </a:pPr>
            <a:r>
              <a:t>Glass Morphism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Modern glass morphism effect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Special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0808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0808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08080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808080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08080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808080">
              <a:lumMod val="50000"/>
              <a:lumOff val="50000"/>
            </a:srgbClr>
          </a:solidFill>
          <a:ln w="254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808080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80808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80808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80808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80808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1A2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1A2E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