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300000">
            <a:off x="-914400" y="4572000"/>
            <a:ext cx="10972800" cy="1828800"/>
          </a:xfrm>
          <a:prstGeom prst="parallelogram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67EEA"/>
                </a:solidFill>
              </a:defRPr>
            </a:pPr>
            <a:r>
              <a:t>Gradient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Modern gradient mesh backgrounds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Special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093F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093F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093F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764BA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764BA2">
              <a:lumMod val="50000"/>
              <a:lumOff val="50000"/>
            </a:srgbClr>
          </a:solidFill>
          <a:ln w="2540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093F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764BA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764BA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764BA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