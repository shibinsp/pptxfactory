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54360"/>
                </a:solidFill>
                <a:latin typeface="Arial"/>
              </a:defRPr>
            </a:pPr>
            <a:r>
              <a:t>Healthcare Medical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0096C7"/>
                </a:solidFill>
                <a:latin typeface="Arial"/>
              </a:defRPr>
            </a:pPr>
            <a:r>
              <a:t>Clean medical theme for healthcare presentations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54360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