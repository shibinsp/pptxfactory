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695C"/>
                </a:solidFill>
              </a:defRPr>
            </a:pPr>
            <a:r>
              <a:t>Healthcare Medical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4D40"/>
                </a:solidFill>
              </a:defRPr>
            </a:pPr>
            <a:r>
              <a:t>Clean medical theme for healthcare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0F2F1"/>
                </a:solidFill>
              </a:defRPr>
            </a:pPr>
            <a:r>
              <a:t>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5C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4D4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004D4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004D4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5C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D4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004D40"/>
                </a:solidFill>
              </a:defRPr>
            </a:pPr>
          </a:p>
          <a:p>
            <a:pPr>
              <a:defRPr sz="1600">
                <a:solidFill>
                  <a:srgbClr val="004D4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004D4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D4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004D40"/>
                </a:solidFill>
              </a:defRPr>
            </a:pPr>
          </a:p>
          <a:p>
            <a:pPr>
              <a:defRPr sz="1600">
                <a:solidFill>
                  <a:srgbClr val="004D4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004D4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0F2F1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5C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00897B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5C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00897B">
              <a:lumMod val="50000"/>
              <a:lumOff val="50000"/>
            </a:srgbClr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4D4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5C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5722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4D4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00897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4D4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00897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4D4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00897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4D4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0F2F1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F2F1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