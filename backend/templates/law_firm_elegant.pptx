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2C1810"/>
                </a:solidFill>
              </a:defRPr>
            </a:pPr>
            <a:r>
              <a:t>Law Firm Elegant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2C1810"/>
                </a:solidFill>
              </a:defRPr>
            </a:pPr>
            <a:r>
              <a:t>Traditional elegant design for legal presentations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8B7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CF5"/>
                </a:solidFill>
              </a:defRPr>
            </a:pPr>
            <a:r>
              <a:t>Business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181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1810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2C1810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2C1810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181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1810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2C1810"/>
                </a:solidFill>
              </a:defRPr>
            </a:pPr>
          </a:p>
          <a:p>
            <a:pPr>
              <a:defRPr sz="1600">
                <a:solidFill>
                  <a:srgbClr val="2C1810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2C1810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1810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2C1810"/>
                </a:solidFill>
              </a:defRPr>
            </a:pPr>
          </a:p>
          <a:p>
            <a:pPr>
              <a:defRPr sz="1600">
                <a:solidFill>
                  <a:srgbClr val="2C1810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2C1810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CF5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181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5D4E37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1810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5D4E37">
              <a:lumMod val="50000"/>
              <a:lumOff val="50000"/>
            </a:srgbClr>
          </a:solidFill>
          <a:ln w="25400">
            <a:solidFill>
              <a:srgbClr val="8B7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C1810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1810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8B7355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C1810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5D4E37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C1810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5D4E37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C1810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5D4E37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C1810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CF5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CF5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