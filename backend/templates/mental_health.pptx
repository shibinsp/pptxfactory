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5D4E6D"/>
                </a:solidFill>
              </a:defRPr>
            </a:pPr>
            <a:r>
              <a:t>Mental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4A4A4A"/>
                </a:solidFill>
              </a:defRPr>
            </a:pPr>
            <a:r>
              <a:t>Gentle design for mental health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B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AF7F2"/>
                </a:solidFill>
              </a:defRPr>
            </a:pPr>
            <a:r>
              <a:t>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6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4A4A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4A4A4A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4A4A4A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6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4A4A4A"/>
                </a:solidFill>
              </a:defRPr>
            </a:pP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4A4A4A"/>
                </a:solidFill>
              </a:defRPr>
            </a:pP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D4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AF7F2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6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8B7B8B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6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8B7B8B">
              <a:lumMod val="50000"/>
              <a:lumOff val="50000"/>
            </a:srgbClr>
          </a:solidFill>
          <a:ln w="25400">
            <a:solidFill>
              <a:srgbClr val="B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A4A4A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6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B8A9C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4A4A4A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8B7B8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4A4A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8B7B8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4A4A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8B7B8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4A4A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D4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AF7F2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7F2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