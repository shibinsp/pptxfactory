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23232"/>
                </a:solidFill>
                <a:latin typeface="Arial"/>
              </a:defRPr>
            </a:pPr>
            <a:r>
              <a:t>Minimalist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6B6B"/>
                </a:solidFill>
                <a:latin typeface="Arial"/>
              </a:defRPr>
            </a:pPr>
            <a:r>
              <a:t>Simple and clean design focusing on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2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2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2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2"/>
                </a:solidFill>
                <a:latin typeface="Arial"/>
              </a:defRPr>
            </a:pPr>
            <a: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2"/>
                </a:solidFill>
                <a:latin typeface="Arial"/>
              </a:defRPr>
            </a:pPr>
            <a: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2"/>
                </a:solidFill>
                <a:latin typeface="Arial"/>
              </a:defRPr>
            </a:pPr>
            <a: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2"/>
                </a:solidFill>
                <a:latin typeface="Arial"/>
              </a:defRPr>
            </a:pPr>
            <a: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2"/>
                </a:solidFill>
                <a:latin typeface="Arial"/>
              </a:defRPr>
            </a:pPr>
            <a: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2"/>
                </a:solidFill>
                <a:latin typeface="Arial"/>
              </a:defRPr>
            </a:pPr>
            <a: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