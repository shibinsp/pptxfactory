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C3E50"/>
                </a:solidFill>
              </a:defRPr>
            </a:pPr>
            <a:r>
              <a:t>Minimalist White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Ultra-clean white design with subtle accents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4495E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4495E">
              <a:lumMod val="50000"/>
              <a:lumOff val="50000"/>
            </a:srgbClr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E74C3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