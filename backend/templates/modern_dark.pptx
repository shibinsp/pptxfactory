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Modern 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B0F0"/>
                </a:solidFill>
                <a:latin typeface="Arial"/>
              </a:defRPr>
            </a:pPr>
            <a:r>
              <a:t>Sleek dark theme for tech and creative presentations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