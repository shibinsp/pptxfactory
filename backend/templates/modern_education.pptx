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6B"/>
                </a:solidFill>
              </a:defRPr>
            </a:pPr>
            <a:r>
              <a:t>Modern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C3E50"/>
                </a:solidFill>
              </a:defRPr>
            </a:pPr>
            <a:r>
              <a:t>Contemporary design for educational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ECDC4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ECDC4">
              <a:lumMod val="50000"/>
              <a:lumOff val="50000"/>
            </a:srgbClr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E66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