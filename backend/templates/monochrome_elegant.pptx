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Monochrome Elegant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Sophisticated black and white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Special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000000"/>
                </a:solidFill>
              </a:defRPr>
            </a:pP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000000"/>
                </a:solidFill>
              </a:defRPr>
            </a:pP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333333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333333">
              <a:lumMod val="50000"/>
              <a:lumOff val="50000"/>
            </a:srgbClr>
          </a:solidFill>
          <a:ln w="254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666666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00000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333333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00000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333333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00000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333333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00000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