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4A5568"/>
                </a:solidFill>
              </a:defRPr>
            </a:pPr>
            <a:r>
              <a:t>Mountain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D3748"/>
                </a:solidFill>
              </a:defRPr>
            </a:pPr>
            <a:r>
              <a:t>Inspired by mountain landscapes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AFC"/>
                </a:solidFill>
              </a:defRPr>
            </a:pPr>
            <a:r>
              <a:t>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556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556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D3748"/>
                </a:solidFill>
              </a:defRPr>
            </a:pP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AF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5568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71809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5568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718096">
              <a:lumMod val="50000"/>
              <a:lumOff val="50000"/>
            </a:srgbClr>
          </a:solidFill>
          <a:ln w="254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5568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E53E3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748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71809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71809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71809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748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FAF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7FAF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