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225533"/>
                </a:solidFill>
                <a:latin typeface="Arial"/>
              </a:defRPr>
            </a:pPr>
            <a:r>
              <a:t>Nature Green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4CAF50"/>
                </a:solidFill>
                <a:latin typeface="Arial"/>
              </a:defRPr>
            </a:pPr>
            <a:r>
              <a:t>Eco-friendly theme with natural green tones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25533"/>
                </a:solidFill>
                <a:latin typeface="Arial"/>
              </a:defRPr>
            </a:pPr>
            <a:r>
              <a:t>Slide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Add your content here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2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3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25533"/>
                </a:solidFill>
                <a:latin typeface="Arial"/>
              </a:defRPr>
            </a:pPr>
            <a:r>
              <a:t>Slide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Add your content here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2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3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25533"/>
                </a:solidFill>
                <a:latin typeface="Arial"/>
              </a:defRPr>
            </a:pPr>
            <a:r>
              <a:t>Slide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Add your content here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2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3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25533"/>
                </a:solidFill>
                <a:latin typeface="Arial"/>
              </a:defRPr>
            </a:pPr>
            <a:r>
              <a:t>Slide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Add your content here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2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3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25533"/>
                </a:solidFill>
                <a:latin typeface="Arial"/>
              </a:defRPr>
            </a:pPr>
            <a:r>
              <a:t>Slide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Add your content here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2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3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25533"/>
                </a:solidFill>
                <a:latin typeface="Arial"/>
              </a:defRPr>
            </a:pPr>
            <a:r>
              <a:t>Slide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Add your content here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2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3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25533"/>
                </a:solidFill>
                <a:latin typeface="Arial"/>
              </a:defRPr>
            </a:pPr>
            <a:r>
              <a:t>Slide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Add your content here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2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3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25533"/>
                </a:solidFill>
                <a:latin typeface="Arial"/>
              </a:defRPr>
            </a:pPr>
            <a:r>
              <a:t>Slide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Add your content here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2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3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25533"/>
                </a:solidFill>
                <a:latin typeface="Arial"/>
              </a:defRPr>
            </a:pPr>
            <a:r>
              <a:t>Slide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Add your content here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2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3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