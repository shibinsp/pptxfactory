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2D5A27"/>
                </a:solidFill>
              </a:defRPr>
            </a:pPr>
            <a:r>
              <a:t>Nature Green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1B5E20"/>
                </a:solidFill>
              </a:defRPr>
            </a:pPr>
            <a:r>
              <a:t>Eco-friendly green theme for environmental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8FB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8E9"/>
                </a:solidFill>
              </a:defRPr>
            </a:pPr>
            <a:r>
              <a:t>Nature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5A27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B5E20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1B5E20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1B5E20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5A27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5E20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1B5E20"/>
                </a:solidFill>
              </a:defRPr>
            </a:pPr>
          </a:p>
          <a:p>
            <a:pPr>
              <a:defRPr sz="1600">
                <a:solidFill>
                  <a:srgbClr val="1B5E20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1B5E20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5E20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1B5E20"/>
                </a:solidFill>
              </a:defRPr>
            </a:pPr>
          </a:p>
          <a:p>
            <a:pPr>
              <a:defRPr sz="1600">
                <a:solidFill>
                  <a:srgbClr val="1B5E20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1B5E20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1F8E9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5A27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4A7C59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5A27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4A7C59">
              <a:lumMod val="50000"/>
              <a:lumOff val="50000"/>
            </a:srgbClr>
          </a:solidFill>
          <a:ln w="25400">
            <a:solidFill>
              <a:srgbClr val="8FB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B5E20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5A27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8FBC8F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B5E20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4A7C5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B5E20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4A7C5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B5E20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4A7C5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B5E20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1F8E9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1F8E9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