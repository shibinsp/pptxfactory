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57200"/>
            <a:ext cx="914400" cy="914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914400"/>
            <a:ext cx="914400" cy="914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1371600"/>
            <a:ext cx="914400" cy="914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00FF"/>
                </a:solidFill>
              </a:defRPr>
            </a:pPr>
            <a:r>
              <a:t>Neon Cyber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Cyberpunk-inspired neon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A0F"/>
                </a:solidFill>
              </a:defRPr>
            </a:pPr>
            <a:r>
              <a:t>Creative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FF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FF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A0A0F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FF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00FFFF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FF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00FFFF">
              <a:lumMod val="50000"/>
              <a:lumOff val="50000"/>
            </a:srgbClr>
          </a:solidFill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FF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FF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00FFFF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00FFFF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00FFFF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0A0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A0A0F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