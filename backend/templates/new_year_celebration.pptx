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</a:defRPr>
            </a:pPr>
            <a:r>
              <a:t>New Year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Sparkling New Year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0F1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A4E69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A4E69">
              <a:lumMod val="50000"/>
              <a:lumOff val="50000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D7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A4E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A4E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A4E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F0F1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F0F1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