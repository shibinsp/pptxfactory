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E53E3E"/>
                </a:solidFill>
              </a:defRPr>
            </a:pPr>
            <a:r>
              <a:t>Nonprofit 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D3748"/>
                </a:solidFill>
              </a:defRPr>
            </a:pPr>
            <a:r>
              <a:t>Heartfelt design for nonprofit organizations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AFA"/>
                </a:solidFill>
              </a:defRPr>
            </a:pPr>
            <a:r>
              <a:t>Industry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53E3E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53E3E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2D3748"/>
                </a:solidFill>
              </a:defRPr>
            </a:pP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2D3748"/>
                </a:solidFill>
              </a:defRPr>
            </a:pP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AFA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53E3E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38A169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53E3E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38A169">
              <a:lumMod val="50000"/>
              <a:lumOff val="50000"/>
            </a:srgbClr>
          </a:solidFill>
          <a:ln w="254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8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53E3E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3182CE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748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38A16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D3748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38A16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D3748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38A16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D3748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AFA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AFA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