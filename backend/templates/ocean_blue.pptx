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9375F"/>
                </a:solidFill>
                <a:latin typeface="Arial"/>
              </a:defRPr>
            </a:pPr>
            <a:r>
              <a:t>Ocean Blue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196F3"/>
                </a:solidFill>
                <a:latin typeface="Arial"/>
              </a:defRPr>
            </a:pPr>
            <a:r>
              <a:t>Calm and professional blue ocean theme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  <a:latin typeface="Arial"/>
              </a:defRPr>
            </a:pPr>
            <a:r>
              <a:t>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  <a:latin typeface="Arial"/>
              </a:defRPr>
            </a:pPr>
            <a:r>
              <a:t>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  <a:latin typeface="Arial"/>
              </a:defRPr>
            </a:pPr>
            <a:r>
              <a:t>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  <a:latin typeface="Arial"/>
              </a:defRPr>
            </a:pPr>
            <a:r>
              <a:t>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  <a:latin typeface="Arial"/>
              </a:defRPr>
            </a:pPr>
            <a:r>
              <a:t>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  <a:latin typeface="Arial"/>
              </a:defRPr>
            </a:pPr>
            <a:r>
              <a:t>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  <a:latin typeface="Arial"/>
              </a:defRPr>
            </a:pPr>
            <a:r>
              <a:t>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  <a:latin typeface="Arial"/>
              </a:defRPr>
            </a:pPr>
            <a:r>
              <a:t>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  <a:latin typeface="Arial"/>
              </a:defRPr>
            </a:pPr>
            <a:r>
              <a:t>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