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6994"/>
                </a:solidFill>
              </a:defRPr>
            </a:pPr>
            <a:r>
              <a:t>Ocean Breeze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003B5C"/>
                </a:solidFill>
              </a:defRPr>
            </a:pPr>
            <a:r>
              <a:t>Calming ocean-inspired blue theme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6F3FF"/>
                </a:solidFill>
              </a:defRPr>
            </a:pPr>
            <a:r>
              <a:t>Nature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994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03B5C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003B5C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003B5C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994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3B5C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003B5C"/>
                </a:solidFill>
              </a:defRPr>
            </a:pPr>
          </a:p>
          <a:p>
            <a:pPr>
              <a:defRPr sz="1600">
                <a:solidFill>
                  <a:srgbClr val="003B5C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003B5C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3B5C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003B5C"/>
                </a:solidFill>
              </a:defRPr>
            </a:pPr>
          </a:p>
          <a:p>
            <a:pPr>
              <a:defRPr sz="1600">
                <a:solidFill>
                  <a:srgbClr val="003B5C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003B5C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6F3FF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994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4A90E2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994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4A90E2">
              <a:lumMod val="50000"/>
              <a:lumOff val="50000"/>
            </a:srgbClr>
          </a:solidFill>
          <a:ln w="25400">
            <a:solidFill>
              <a:srgbClr val="87C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003B5C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994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87CEEB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03B5C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4A90E2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03B5C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4A90E2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03B5C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4A90E2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03B5C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E6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6F3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6F3FF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