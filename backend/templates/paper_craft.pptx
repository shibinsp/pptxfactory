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5D4037"/>
                </a:solidFill>
              </a:defRPr>
            </a:pPr>
            <a:r>
              <a:t>Paper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E2723"/>
                </a:solidFill>
              </a:defRPr>
            </a:pPr>
            <a:r>
              <a:t>Handcrafted paper texture feel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EBE9"/>
                </a:solidFill>
              </a:defRPr>
            </a:pPr>
            <a:r>
              <a:t>Special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0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E2723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3E2723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3E2723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0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2723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3E2723"/>
                </a:solidFill>
              </a:defRPr>
            </a:pPr>
          </a:p>
          <a:p>
            <a:pPr>
              <a:defRPr sz="1600">
                <a:solidFill>
                  <a:srgbClr val="3E2723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3E2723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E2723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3E2723"/>
                </a:solidFill>
              </a:defRPr>
            </a:pPr>
          </a:p>
          <a:p>
            <a:pPr>
              <a:defRPr sz="1600">
                <a:solidFill>
                  <a:srgbClr val="3E2723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3E2723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FEBE9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0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795548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037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795548">
              <a:lumMod val="50000"/>
              <a:lumOff val="50000"/>
            </a:srgbClr>
          </a:solidFill>
          <a:ln w="2540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E2723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037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8D6E6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E2723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79554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E2723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79554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E2723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79554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E2723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FEBE9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FEBE9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