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565C0"/>
                </a:solidFill>
              </a:defRPr>
            </a:pPr>
            <a:r>
              <a:t>Pharma 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D47A1"/>
                </a:solidFill>
              </a:defRPr>
            </a:pPr>
            <a:r>
              <a:t>Pharmaceutical industry presentation style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3F2FD"/>
                </a:solidFill>
              </a:defRPr>
            </a:pPr>
            <a:r>
              <a:t>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65C0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D47A1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0D47A1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0D47A1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65C0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47A1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0D47A1"/>
                </a:solidFill>
              </a:defRPr>
            </a:pPr>
          </a:p>
          <a:p>
            <a:pPr>
              <a:defRPr sz="1600">
                <a:solidFill>
                  <a:srgbClr val="0D47A1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0D47A1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47A1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0D47A1"/>
                </a:solidFill>
              </a:defRPr>
            </a:pPr>
          </a:p>
          <a:p>
            <a:pPr>
              <a:defRPr sz="1600">
                <a:solidFill>
                  <a:srgbClr val="0D47A1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0D47A1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3F2FD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65C0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1976D2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65C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1976D2">
              <a:lumMod val="50000"/>
              <a:lumOff val="50000"/>
            </a:srgbClr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D47A1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65C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42A5F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D47A1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1976D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D47A1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1976D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D47A1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1976D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D47A1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F2FD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3F2FD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