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2D3436"/>
                </a:solidFill>
              </a:defRPr>
            </a:pPr>
            <a:r>
              <a:t>Portfolio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2D3436"/>
                </a:solidFill>
              </a:defRPr>
            </a:pPr>
            <a:r>
              <a:t>Perfect for creative portfolios and showcases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436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2D3436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436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436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2D3436"/>
                </a:solidFill>
              </a:defRPr>
            </a:pP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436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2D3436"/>
                </a:solidFill>
              </a:defRPr>
            </a:pP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2D3436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436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636E72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436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636E72">
              <a:lumMod val="50000"/>
              <a:lumOff val="50000"/>
            </a:srgbClr>
          </a:solidFill>
          <a:ln w="254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436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D3436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D79A8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2D3436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636E7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436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636E7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436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636E72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D3436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D3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