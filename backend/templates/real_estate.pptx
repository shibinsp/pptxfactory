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C5282"/>
                </a:solidFill>
              </a:defRPr>
            </a:pPr>
            <a:r>
              <a:t>Real 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A202C"/>
                </a:solidFill>
              </a:defRPr>
            </a:pPr>
            <a:r>
              <a:t>Property and real estate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AFC"/>
                </a:solidFill>
              </a:defRPr>
            </a:pPr>
            <a:r>
              <a:t>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5282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02C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1A202C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1A202C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5282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02C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1A202C"/>
                </a:solidFill>
              </a:defRPr>
            </a:pP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02C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1A202C"/>
                </a:solidFill>
              </a:defRPr>
            </a:pP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7FAFC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5282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A5568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5282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A5568">
              <a:lumMod val="50000"/>
              <a:lumOff val="50000"/>
            </a:srgbClr>
          </a:solidFill>
          <a:ln w="2540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A202C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5282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ED893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A202C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A556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A556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A556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7FAF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7FAFC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