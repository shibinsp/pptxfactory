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D3748"/>
                </a:solidFill>
              </a:defRPr>
            </a:pPr>
            <a:r>
              <a:t>Restaurant Hospitality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A202C"/>
                </a:solidFill>
              </a:defRPr>
            </a:pPr>
            <a:r>
              <a:t>Elegant restaurant and hotel theme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CF5"/>
                </a:solidFill>
              </a:defRPr>
            </a:pPr>
            <a:r>
              <a:t>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02C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A202C"/>
                </a:solidFill>
              </a:defRPr>
            </a:pP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02C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A202C"/>
                </a:solidFill>
              </a:defRPr>
            </a:pP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CF5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A5568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A5568">
              <a:lumMod val="50000"/>
              <a:lumOff val="50000"/>
            </a:srgbClr>
          </a:solidFill>
          <a:ln w="254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A202C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D69E2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A202C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CF5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CF5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