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2E7D32"/>
                </a:solidFill>
              </a:defRPr>
            </a:pPr>
            <a:r>
              <a:t>Science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1B5E20"/>
                </a:solidFill>
              </a:defRPr>
            </a:pPr>
            <a:r>
              <a:t>Perfect for science and research presentations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828800" cy="365760"/>
          </a:xfrm>
          <a:prstGeom prst="round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1F8E9"/>
                </a:solidFill>
              </a:defRPr>
            </a:pPr>
            <a:r>
              <a:t>Education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D32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B5E20"/>
                </a:solidFill>
              </a:defRPr>
            </a:pPr>
            <a:r>
              <a:t>• Bullet point one</a:t>
            </a:r>
          </a:p>
          <a:p>
            <a:pPr>
              <a:spcAft>
                <a:spcPts val="1200"/>
              </a:spcAft>
              <a:defRPr sz="1800">
                <a:solidFill>
                  <a:srgbClr val="1B5E20"/>
                </a:solidFill>
              </a:defRPr>
            </a:pPr>
            <a:r>
              <a:t>• Bullet point two</a:t>
            </a:r>
          </a:p>
          <a:p>
            <a:pPr>
              <a:spcAft>
                <a:spcPts val="1200"/>
              </a:spcAft>
              <a:defRPr sz="1800">
                <a:solidFill>
                  <a:srgbClr val="1B5E20"/>
                </a:solidFill>
              </a:defRPr>
            </a:pPr>
            <a:r>
              <a:t>• Bullet point three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D32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B5E20"/>
                </a:solidFill>
              </a:defRPr>
            </a:pPr>
            <a:r>
              <a:t>Left Column</a:t>
            </a:r>
          </a:p>
          <a:p>
            <a:pPr>
              <a:defRPr sz="1600">
                <a:solidFill>
                  <a:srgbClr val="1B5E20"/>
                </a:solidFill>
              </a:defRPr>
            </a:pPr>
          </a:p>
          <a:p>
            <a:pPr>
              <a:defRPr sz="1600">
                <a:solidFill>
                  <a:srgbClr val="1B5E20"/>
                </a:solidFill>
              </a:defRPr>
            </a:pPr>
            <a:r>
              <a:t>• Point A</a:t>
            </a:r>
          </a:p>
          <a:p>
            <a:pPr>
              <a:defRPr sz="1600">
                <a:solidFill>
                  <a:srgbClr val="1B5E20"/>
                </a:solidFill>
              </a:defRPr>
            </a:pPr>
            <a:r>
              <a:t>• Point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B5E20"/>
                </a:solidFill>
              </a:defRPr>
            </a:pPr>
            <a:r>
              <a:t>Right Column</a:t>
            </a:r>
          </a:p>
          <a:p>
            <a:pPr>
              <a:defRPr sz="1600">
                <a:solidFill>
                  <a:srgbClr val="1B5E20"/>
                </a:solidFill>
              </a:defRPr>
            </a:pPr>
          </a:p>
          <a:p>
            <a:pPr>
              <a:defRPr sz="1600">
                <a:solidFill>
                  <a:srgbClr val="1B5E20"/>
                </a:solidFill>
              </a:defRPr>
            </a:pPr>
            <a:r>
              <a:t>• Point C</a:t>
            </a:r>
          </a:p>
          <a:p>
            <a:pPr>
              <a:defRPr sz="1600">
                <a:solidFill>
                  <a:srgbClr val="1B5E20"/>
                </a:solidFill>
              </a:defRPr>
            </a:pPr>
            <a:r>
              <a:t>• Point 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1F8E9"/>
                </a:solidFill>
              </a:defRPr>
            </a:pPr>
            <a:r>
              <a:t>Section Title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D32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43A047"/>
                </a:solidFill>
              </a:defRPr>
            </a:pPr>
            <a:r>
              <a:t>Key Message or Quote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D32"/>
                </a:solidFill>
              </a:defRPr>
            </a:pPr>
            <a:r>
              <a:t>Visual Content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solidFill>
            <a:srgbClr val="43A047">
              <a:lumMod val="50000"/>
              <a:lumOff val="50000"/>
            </a:srgbClr>
          </a:solidFill>
          <a:ln w="2540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B5E20"/>
                </a:solidFill>
              </a:defRPr>
            </a:pPr>
            <a:r>
              <a:t>Image Placeholder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D32"/>
                </a:solidFill>
              </a:defRPr>
            </a:pPr>
            <a:r>
              <a:t>Data &amp;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657600" cy="4114800"/>
          </a:xfrm>
          <a:prstGeom prst="rect">
            <a:avLst/>
          </a:prstGeom>
          <a:solidFill>
            <a:srgbClr val="FF5722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1B5E20"/>
                </a:solidFill>
              </a:defRPr>
            </a:pPr>
            <a:r>
              <a:t>Chart</a:t>
            </a:r>
          </a:p>
          <a:p>
            <a:r>
              <a:t>Area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200400" cy="1097280"/>
          </a:xfrm>
          <a:prstGeom prst="roundRect">
            <a:avLst/>
          </a:prstGeom>
          <a:solidFill>
            <a:srgbClr val="43A047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B5E20"/>
                </a:solidFill>
              </a:defRPr>
            </a:pPr>
            <a:r>
              <a:t>Stat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3108960"/>
            <a:ext cx="3200400" cy="1097280"/>
          </a:xfrm>
          <a:prstGeom prst="roundRect">
            <a:avLst/>
          </a:prstGeom>
          <a:solidFill>
            <a:srgbClr val="43A047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B5E20"/>
                </a:solidFill>
              </a:defRPr>
            </a:pPr>
            <a:r>
              <a:t>Stat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4572000"/>
            <a:ext cx="3200400" cy="1097280"/>
          </a:xfrm>
          <a:prstGeom prst="roundRect">
            <a:avLst/>
          </a:prstGeom>
          <a:solidFill>
            <a:srgbClr val="43A047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B5E20"/>
                </a:solidFill>
              </a:defRPr>
            </a:pPr>
            <a:r>
              <a:t>Stat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1F8E9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1F8E9"/>
                </a:solidFill>
              </a:defRPr>
            </a:pPr>
            <a:r>
              <a:t>contact@example.com |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