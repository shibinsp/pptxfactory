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4500"/>
                </a:solidFill>
              </a:defRPr>
            </a:pPr>
            <a:r>
              <a:t>Sports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Dynamic sports and fitness theme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Industry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450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450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1A1A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450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32CD32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4500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32CD32">
              <a:lumMod val="50000"/>
              <a:lumOff val="50000"/>
            </a:srgbClr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4500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FFD7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32CD3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32CD3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32CD3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A1A1A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A1A1A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