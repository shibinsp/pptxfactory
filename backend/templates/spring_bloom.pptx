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9B4"/>
                </a:solidFill>
              </a:defRPr>
            </a:pPr>
            <a:r>
              <a:t>Spring Bloom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E8B57"/>
                </a:solidFill>
              </a:defRPr>
            </a:pPr>
            <a:r>
              <a:t>Fresh spring colors and floral feel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0FFF0"/>
                </a:solidFill>
              </a:defRPr>
            </a:pPr>
            <a:r>
              <a:t>Seasonal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9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E8B57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E8B57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E8B57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9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8B57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E8B57"/>
                </a:solidFill>
              </a:defRPr>
            </a:pPr>
          </a:p>
          <a:p>
            <a:pPr>
              <a:defRPr sz="1600">
                <a:solidFill>
                  <a:srgbClr val="2E8B57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E8B57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8B57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E8B57"/>
                </a:solidFill>
              </a:defRPr>
            </a:pPr>
          </a:p>
          <a:p>
            <a:pPr>
              <a:defRPr sz="1600">
                <a:solidFill>
                  <a:srgbClr val="2E8B57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E8B57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0FFF0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9B4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98FB98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9B4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98FB98">
              <a:lumMod val="50000"/>
              <a:lumOff val="50000"/>
            </a:srgbClr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E8B57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9B4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D7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E8B57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98FB9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E8B57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98FB9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E8B57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98FB98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E8B57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FF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FF0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