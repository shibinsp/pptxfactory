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2D3446"/>
                </a:solidFill>
                <a:latin typeface="Arial"/>
              </a:defRPr>
            </a:pPr>
            <a:r>
              <a:t>Startup Modern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C63FF"/>
                </a:solidFill>
                <a:latin typeface="Arial"/>
              </a:defRPr>
            </a:pPr>
            <a:r>
              <a:t>Trendy design perfect for startup pitches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3446"/>
                </a:solidFill>
                <a:latin typeface="Arial"/>
              </a:defRPr>
            </a:pPr>
            <a: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3446"/>
                </a:solidFill>
                <a:latin typeface="Arial"/>
              </a:defRPr>
            </a:pPr>
            <a: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3446"/>
                </a:solidFill>
                <a:latin typeface="Arial"/>
              </a:defRPr>
            </a:pPr>
            <a:r>
              <a:t>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3446"/>
                </a:solidFill>
                <a:latin typeface="Arial"/>
              </a:defRPr>
            </a:pPr>
            <a:r>
              <a:t>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3446"/>
                </a:solidFill>
                <a:latin typeface="Arial"/>
              </a:defRPr>
            </a:pPr>
            <a:r>
              <a:t>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3446"/>
                </a:solidFill>
                <a:latin typeface="Arial"/>
              </a:defRPr>
            </a:pPr>
            <a:r>
              <a:t>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3446"/>
                </a:solidFill>
                <a:latin typeface="Arial"/>
              </a:defRPr>
            </a:pPr>
            <a:r>
              <a:t>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3446"/>
                </a:solidFill>
                <a:latin typeface="Arial"/>
              </a:defRPr>
            </a:pPr>
            <a:r>
              <a:t>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D3446"/>
                </a:solidFill>
                <a:latin typeface="Arial"/>
              </a:defRPr>
            </a:pPr>
            <a:r>
              <a:t>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Add your content here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2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3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• Bullet point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