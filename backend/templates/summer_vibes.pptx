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8C00"/>
                </a:solidFill>
              </a:defRPr>
            </a:pPr>
            <a:r>
              <a:t>Summer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6347"/>
                </a:solidFill>
              </a:defRPr>
            </a:pPr>
            <a:r>
              <a:t>Bright and sunny summer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8DC"/>
                </a:solidFill>
              </a:defRPr>
            </a:pPr>
            <a:r>
              <a:t>Seasonal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6347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6347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6347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6347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6347"/>
                </a:solidFill>
              </a:defRPr>
            </a:pPr>
          </a:p>
          <a:p>
            <a:pPr>
              <a:defRPr sz="1600">
                <a:solidFill>
                  <a:srgbClr val="FF6347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6347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6347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6347"/>
                </a:solidFill>
              </a:defRPr>
            </a:pPr>
          </a:p>
          <a:p>
            <a:pPr>
              <a:defRPr sz="1600">
                <a:solidFill>
                  <a:srgbClr val="FF6347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6347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8D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CED1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CED1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6347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6347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CED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6347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CED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6347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CED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6347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8D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8D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