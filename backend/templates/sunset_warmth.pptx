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D35400"/>
                </a:solidFill>
              </a:defRPr>
            </a:pPr>
            <a:r>
              <a:t>Sunset Warmth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7E3517"/>
                </a:solidFill>
              </a:defRPr>
            </a:pPr>
            <a:r>
              <a:t>Warm sunset colors for inspiring presentations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828800" cy="36576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8E7"/>
                </a:solidFill>
              </a:defRPr>
            </a:pPr>
            <a:r>
              <a:t>Nature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D35400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7E3517"/>
                </a:solidFill>
              </a:defRPr>
            </a:pPr>
            <a:r>
              <a:t>• Bullet point one</a:t>
            </a:r>
          </a:p>
          <a:p>
            <a:pPr>
              <a:spcAft>
                <a:spcPts val="1200"/>
              </a:spcAft>
              <a:defRPr sz="1800">
                <a:solidFill>
                  <a:srgbClr val="7E3517"/>
                </a:solidFill>
              </a:defRPr>
            </a:pPr>
            <a:r>
              <a:t>• Bullet point two</a:t>
            </a:r>
          </a:p>
          <a:p>
            <a:pPr>
              <a:spcAft>
                <a:spcPts val="1200"/>
              </a:spcAft>
              <a:defRPr sz="1800">
                <a:solidFill>
                  <a:srgbClr val="7E3517"/>
                </a:solidFill>
              </a:defRPr>
            </a:pPr>
            <a:r>
              <a:t>• Bullet point three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D35400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7E3517"/>
                </a:solidFill>
              </a:defRPr>
            </a:pPr>
            <a:r>
              <a:t>Left Column</a:t>
            </a:r>
          </a:p>
          <a:p>
            <a:pPr>
              <a:defRPr sz="1600">
                <a:solidFill>
                  <a:srgbClr val="7E3517"/>
                </a:solidFill>
              </a:defRPr>
            </a:pPr>
          </a:p>
          <a:p>
            <a:pPr>
              <a:defRPr sz="1600">
                <a:solidFill>
                  <a:srgbClr val="7E3517"/>
                </a:solidFill>
              </a:defRPr>
            </a:pPr>
            <a:r>
              <a:t>• Point A</a:t>
            </a:r>
          </a:p>
          <a:p>
            <a:pPr>
              <a:defRPr sz="1600">
                <a:solidFill>
                  <a:srgbClr val="7E3517"/>
                </a:solidFill>
              </a:defRPr>
            </a:pPr>
            <a:r>
              <a:t>• Point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7E3517"/>
                </a:solidFill>
              </a:defRPr>
            </a:pPr>
            <a:r>
              <a:t>Right Column</a:t>
            </a:r>
          </a:p>
          <a:p>
            <a:pPr>
              <a:defRPr sz="1600">
                <a:solidFill>
                  <a:srgbClr val="7E3517"/>
                </a:solidFill>
              </a:defRPr>
            </a:pPr>
          </a:p>
          <a:p>
            <a:pPr>
              <a:defRPr sz="1600">
                <a:solidFill>
                  <a:srgbClr val="7E3517"/>
                </a:solidFill>
              </a:defRPr>
            </a:pPr>
            <a:r>
              <a:t>• Point C</a:t>
            </a:r>
          </a:p>
          <a:p>
            <a:pPr>
              <a:defRPr sz="1600">
                <a:solidFill>
                  <a:srgbClr val="7E3517"/>
                </a:solidFill>
              </a:defRPr>
            </a:pPr>
            <a:r>
              <a:t>• Point 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8E7"/>
                </a:solidFill>
              </a:defRPr>
            </a:pPr>
            <a:r>
              <a:t>Section Title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D35400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i="1">
                <a:solidFill>
                  <a:srgbClr val="E67E22"/>
                </a:solidFill>
              </a:defRPr>
            </a:pPr>
            <a:r>
              <a:t>Key Message or Quote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D35400"/>
                </a:solidFill>
              </a:defRPr>
            </a:pPr>
            <a:r>
              <a:t>Visual Content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solidFill>
            <a:srgbClr val="E67E22">
              <a:lumMod val="50000"/>
              <a:lumOff val="50000"/>
            </a:srgbClr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7E3517"/>
                </a:solidFill>
              </a:defRPr>
            </a:pPr>
            <a:r>
              <a:t>Image Placeholder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D35400"/>
                </a:solidFill>
              </a:defRPr>
            </a:pPr>
            <a:r>
              <a:t>Data &amp; Charts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3657600" cy="4114800"/>
          </a:xfrm>
          <a:prstGeom prst="rect">
            <a:avLst/>
          </a:prstGeom>
          <a:solidFill>
            <a:srgbClr val="F39C12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7E3517"/>
                </a:solidFill>
              </a:defRPr>
            </a:pPr>
            <a:r>
              <a:t>Chart</a:t>
            </a:r>
          </a:p>
          <a:p>
            <a:r>
              <a:t>Area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645920"/>
            <a:ext cx="3200400" cy="1097280"/>
          </a:xfrm>
          <a:prstGeom prst="roundRect">
            <a:avLst/>
          </a:prstGeom>
          <a:solidFill>
            <a:srgbClr val="E67E22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7E3517"/>
                </a:solidFill>
              </a:defRPr>
            </a:pPr>
            <a:r>
              <a:t>Stat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3108960"/>
            <a:ext cx="3200400" cy="1097280"/>
          </a:xfrm>
          <a:prstGeom prst="roundRect">
            <a:avLst/>
          </a:prstGeom>
          <a:solidFill>
            <a:srgbClr val="E67E22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7E3517"/>
                </a:solidFill>
              </a:defRPr>
            </a:pPr>
            <a:r>
              <a:t>Stat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4572000"/>
            <a:ext cx="3200400" cy="1097280"/>
          </a:xfrm>
          <a:prstGeom prst="roundRect">
            <a:avLst/>
          </a:prstGeom>
          <a:solidFill>
            <a:srgbClr val="E67E22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7E3517"/>
                </a:solidFill>
              </a:defRPr>
            </a:pPr>
            <a:r>
              <a:t>Stat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0" y="1371600"/>
            <a:ext cx="2743200" cy="2743200"/>
          </a:xfrm>
          <a:prstGeom prst="ellipse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8E7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8E7"/>
                </a:solidFill>
              </a:defRPr>
            </a:pPr>
            <a:r>
              <a:t>contact@example.com |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