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457200"/>
            <a:ext cx="914400" cy="9144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914400"/>
            <a:ext cx="914400" cy="9144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0" y="1371600"/>
            <a:ext cx="914400" cy="9144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D9FF"/>
                </a:solidFill>
              </a:defRPr>
            </a:pPr>
            <a:r>
              <a:t>Tech Dark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E6EDF3"/>
                </a:solidFill>
              </a:defRPr>
            </a:pPr>
            <a:r>
              <a:t>Dark theme for technology presentations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1117"/>
                </a:solidFill>
              </a:defRPr>
            </a:pPr>
            <a:r>
              <a:t>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9FF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6EDF3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E6EDF3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E6EDF3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9FF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6EDF3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E6EDF3"/>
                </a:solidFill>
              </a:defRPr>
            </a:pPr>
          </a:p>
          <a:p>
            <a:pPr>
              <a:defRPr sz="1600">
                <a:solidFill>
                  <a:srgbClr val="E6EDF3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E6EDF3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6EDF3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E6EDF3"/>
                </a:solidFill>
              </a:defRPr>
            </a:pPr>
          </a:p>
          <a:p>
            <a:pPr>
              <a:defRPr sz="1600">
                <a:solidFill>
                  <a:srgbClr val="E6EDF3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E6EDF3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D1117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9FF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0099CC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9FF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0099CC">
              <a:lumMod val="50000"/>
              <a:lumOff val="50000"/>
            </a:srgbClr>
          </a:solidFill>
          <a:ln w="2540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E6EDF3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9FF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FF3366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E6EDF3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0099CC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E6EDF3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0099CC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E6EDF3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0099CC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E6EDF3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D1117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D1117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