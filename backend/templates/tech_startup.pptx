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C5CE7"/>
                </a:solidFill>
              </a:defRPr>
            </a:pPr>
            <a:r>
              <a:t>Tech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D3436"/>
                </a:solidFill>
              </a:defRPr>
            </a:pPr>
            <a:r>
              <a:t>Modern tech startup pitch deck style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CEC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5CE7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CEC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5CE7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D3436"/>
                </a:solidFill>
              </a:defRPr>
            </a:pP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D3436"/>
                </a:solidFill>
              </a:defRPr>
            </a:pP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9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CEC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5CE7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A29BFE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5CE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A29BFE">
              <a:lumMod val="50000"/>
              <a:lumOff val="50000"/>
            </a:srgbClr>
          </a:solidFill>
          <a:ln w="254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5CE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00CEC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A29BF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A29BF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A29BF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9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