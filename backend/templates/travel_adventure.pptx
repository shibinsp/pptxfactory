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277BD"/>
                </a:solidFill>
              </a:defRPr>
            </a:pPr>
            <a:r>
              <a:t>Travel Adventure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01579B"/>
                </a:solidFill>
              </a:defRPr>
            </a:pPr>
            <a:r>
              <a:t>Adventurous design for travel presentations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1F5FE"/>
                </a:solidFill>
              </a:defRPr>
            </a:pPr>
            <a:r>
              <a:t>Lifestyle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277BD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1579B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01579B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01579B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277BD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1579B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01579B"/>
                </a:solidFill>
              </a:defRPr>
            </a:pPr>
          </a:p>
          <a:p>
            <a:pPr>
              <a:defRPr sz="1600">
                <a:solidFill>
                  <a:srgbClr val="01579B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01579B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1579B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01579B"/>
                </a:solidFill>
              </a:defRPr>
            </a:pPr>
          </a:p>
          <a:p>
            <a:pPr>
              <a:defRPr sz="1600">
                <a:solidFill>
                  <a:srgbClr val="01579B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01579B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1F5FE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277BD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29B6F6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277BD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29B6F6">
              <a:lumMod val="50000"/>
              <a:lumOff val="50000"/>
            </a:srgbClr>
          </a:solidFill>
          <a:ln w="25400"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1579B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277BD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F7043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1579B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29B6F6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1579B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29B6F6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1579B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29B6F6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1579B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1F5FE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1F5FE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