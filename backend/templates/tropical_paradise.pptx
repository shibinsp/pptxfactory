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9D"/>
                </a:solidFill>
              </a:defRPr>
            </a:pPr>
            <a:r>
              <a:t>Tropical Paradise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Vibrant tropical colors for lively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8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9F0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9F0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C4456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C44569">
              <a:lumMod val="50000"/>
              <a:lumOff val="50000"/>
            </a:srgbClr>
          </a:solidFill>
          <a:ln w="25400">
            <a:solidFill>
              <a:srgbClr val="F8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8B5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9F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9F0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