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365D"/>
                </a:solidFill>
              </a:defRPr>
            </a:pPr>
            <a:r>
              <a:t>University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D3748"/>
                </a:solidFill>
              </a:defRPr>
            </a:pPr>
            <a:r>
              <a:t>Formal design for university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AFC"/>
                </a:solidFill>
              </a:defRPr>
            </a:pPr>
            <a:r>
              <a:t>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7FAFC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2C5282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2C5282">
              <a:lumMod val="50000"/>
              <a:lumOff val="50000"/>
            </a:srgbClr>
          </a:solidFill>
          <a:ln w="254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8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D69E2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748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2C528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2C528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2C528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7FAF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7FAFC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