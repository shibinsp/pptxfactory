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1">
                <a:solidFill>
                  <a:srgbClr val="C73E1D"/>
                </a:solidFill>
              </a:defRPr>
            </a:pPr>
            <a:r>
              <a:t>Vintage Retro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7680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3D405B"/>
                </a:solidFill>
              </a:defRPr>
            </a:pPr>
            <a:r>
              <a:t>Nostalgic retro design with warm tones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828800" cy="365760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4F1DE"/>
                </a:solidFill>
              </a:defRPr>
            </a:pPr>
            <a:r>
              <a:t>Creative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73E1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D405B"/>
                </a:solidFill>
              </a:defRPr>
            </a:pPr>
            <a:r>
              <a:t>• Bullet point one</a:t>
            </a:r>
          </a:p>
          <a:p>
            <a:pPr>
              <a:spcAft>
                <a:spcPts val="1200"/>
              </a:spcAft>
              <a:defRPr sz="1800">
                <a:solidFill>
                  <a:srgbClr val="3D405B"/>
                </a:solidFill>
              </a:defRPr>
            </a:pPr>
            <a:r>
              <a:t>• Bullet point two</a:t>
            </a:r>
          </a:p>
          <a:p>
            <a:pPr>
              <a:spcAft>
                <a:spcPts val="1200"/>
              </a:spcAft>
              <a:defRPr sz="1800">
                <a:solidFill>
                  <a:srgbClr val="3D405B"/>
                </a:solidFill>
              </a:defRPr>
            </a:pPr>
            <a:r>
              <a:t>• Bullet point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73E1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D405B"/>
                </a:solidFill>
              </a:defRPr>
            </a:pPr>
            <a:r>
              <a:t>Left Column</a:t>
            </a:r>
          </a:p>
          <a:p>
            <a:pPr>
              <a:defRPr sz="1600">
                <a:solidFill>
                  <a:srgbClr val="3D405B"/>
                </a:solidFill>
              </a:defRPr>
            </a:pPr>
          </a:p>
          <a:p>
            <a:pPr>
              <a:defRPr sz="1600">
                <a:solidFill>
                  <a:srgbClr val="3D405B"/>
                </a:solidFill>
              </a:defRPr>
            </a:pPr>
            <a:r>
              <a:t>• Point A</a:t>
            </a:r>
          </a:p>
          <a:p>
            <a:pPr>
              <a:defRPr sz="1600">
                <a:solidFill>
                  <a:srgbClr val="3D405B"/>
                </a:solidFill>
              </a:defRPr>
            </a:pPr>
            <a:r>
              <a:t>• Point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3657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D405B"/>
                </a:solidFill>
              </a:defRPr>
            </a:pPr>
            <a:r>
              <a:t>Right Column</a:t>
            </a:r>
          </a:p>
          <a:p>
            <a:pPr>
              <a:defRPr sz="1600">
                <a:solidFill>
                  <a:srgbClr val="3D405B"/>
                </a:solidFill>
              </a:defRPr>
            </a:pPr>
          </a:p>
          <a:p>
            <a:pPr>
              <a:defRPr sz="1600">
                <a:solidFill>
                  <a:srgbClr val="3D405B"/>
                </a:solidFill>
              </a:defRPr>
            </a:pPr>
            <a:r>
              <a:t>• Point C</a:t>
            </a:r>
          </a:p>
          <a:p>
            <a:pPr>
              <a:defRPr sz="1600">
                <a:solidFill>
                  <a:srgbClr val="3D405B"/>
                </a:solidFill>
              </a:defRPr>
            </a:pPr>
            <a:r>
              <a:t>• Point 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4F1DE"/>
                </a:solidFill>
              </a:defRPr>
            </a:pPr>
            <a:r>
              <a:t>Section Title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73E1D"/>
                </a:solidFill>
              </a:defRPr>
            </a:pPr>
            <a:r>
              <a:t>Slide Title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>
                <a:solidFill>
                  <a:srgbClr val="F4A261"/>
                </a:solidFill>
              </a:defRPr>
            </a:pPr>
            <a:r>
              <a:t>Key Message or Quote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73E1D"/>
                </a:solidFill>
              </a:defRPr>
            </a:pPr>
            <a:r>
              <a:t>Visual Content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0" cy="4114800"/>
          </a:xfrm>
          <a:prstGeom prst="rect">
            <a:avLst/>
          </a:prstGeom>
          <a:solidFill>
            <a:srgbClr val="F4A261">
              <a:lumMod val="50000"/>
              <a:lumOff val="50000"/>
            </a:srgbClr>
          </a:solidFill>
          <a:ln w="2540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3D405B"/>
                </a:solidFill>
              </a:defRPr>
            </a:pPr>
            <a:r>
              <a:t>Image Placeholder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4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C73E1D"/>
                </a:solidFill>
              </a:defRPr>
            </a:pPr>
            <a:r>
              <a:t>Data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3657600" cy="4114800"/>
          </a:xfrm>
          <a:prstGeom prst="rect">
            <a:avLst/>
          </a:prstGeom>
          <a:solidFill>
            <a:srgbClr val="2A9D8F">
              <a:lumMod val="70000"/>
              <a:lumOff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3D405B"/>
                </a:solidFill>
              </a:defRPr>
            </a:pPr>
            <a:r>
              <a:t>Chart</a:t>
            </a:r>
          </a:p>
          <a:p>
            <a:r>
              <a:t>Area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645920"/>
            <a:ext cx="3200400" cy="1097280"/>
          </a:xfrm>
          <a:prstGeom prst="roundRect">
            <a:avLst/>
          </a:prstGeom>
          <a:solidFill>
            <a:srgbClr val="F4A261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405B"/>
                </a:solidFill>
              </a:defRPr>
            </a:pPr>
            <a:r>
              <a:t>Stat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3108960"/>
            <a:ext cx="3200400" cy="1097280"/>
          </a:xfrm>
          <a:prstGeom prst="roundRect">
            <a:avLst/>
          </a:prstGeom>
          <a:solidFill>
            <a:srgbClr val="F4A261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405B"/>
                </a:solidFill>
              </a:defRPr>
            </a:pPr>
            <a:r>
              <a:t>Stat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4572000"/>
            <a:ext cx="3200400" cy="1097280"/>
          </a:xfrm>
          <a:prstGeom prst="roundRect">
            <a:avLst/>
          </a:prstGeom>
          <a:solidFill>
            <a:srgbClr val="F4A261">
              <a:lumMod val="60000"/>
              <a:lumOff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3D405B"/>
                </a:solidFill>
              </a:defRPr>
            </a:pPr>
            <a:r>
              <a:t>Stat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73E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0" y="1371600"/>
            <a:ext cx="2743200" cy="2743200"/>
          </a:xfrm>
          <a:prstGeom prst="ellipse">
            <a:avLst/>
          </a:prstGeom>
          <a:solidFill>
            <a:srgbClr val="F4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4F1DE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4F1DE"/>
                </a:solidFill>
              </a:defRPr>
            </a:pPr>
            <a:r>
              <a:t>contact@example.com |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