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D4A5A5"/>
                </a:solidFill>
              </a:defRPr>
            </a:pPr>
            <a:r>
              <a:t>Wedding Romance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8B6F6F"/>
                </a:solidFill>
              </a:defRPr>
            </a:pPr>
            <a:r>
              <a:t>Romantic design for wedding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AFA"/>
                </a:solidFill>
              </a:defRPr>
            </a:pPr>
            <a:r>
              <a:t>Lifestyle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5A5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B6F6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8B6F6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8B6F6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5A5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6F6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8B6F6F"/>
                </a:solidFill>
              </a:defRPr>
            </a:pPr>
          </a:p>
          <a:p>
            <a:pPr>
              <a:defRPr sz="1600">
                <a:solidFill>
                  <a:srgbClr val="8B6F6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8B6F6F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6F6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8B6F6F"/>
                </a:solidFill>
              </a:defRPr>
            </a:pPr>
          </a:p>
          <a:p>
            <a:pPr>
              <a:defRPr sz="1600">
                <a:solidFill>
                  <a:srgbClr val="8B6F6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8B6F6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AF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5A5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E8D5D5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5A5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E8D5D5">
              <a:lumMod val="50000"/>
              <a:lumOff val="50000"/>
            </a:srgbClr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8B6F6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5A5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D7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B6F6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E8D5D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B6F6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E8D5D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B6F6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E8D5D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B6F6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AF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AF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