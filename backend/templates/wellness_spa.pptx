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7B68EE"/>
                </a:solidFill>
              </a:defRPr>
            </a:pPr>
            <a:r>
              <a:t>Wellness Spa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4B0082"/>
                </a:solidFill>
              </a:defRPr>
            </a:pPr>
            <a:r>
              <a:t>Calming wellness and spa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4FF"/>
                </a:solidFill>
              </a:defRPr>
            </a:pPr>
            <a:r>
              <a:t>Healthcare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B68EE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B0082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4B0082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4B0082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B68EE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0082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4B0082"/>
                </a:solidFill>
              </a:defRPr>
            </a:pPr>
          </a:p>
          <a:p>
            <a:pPr>
              <a:defRPr sz="1600">
                <a:solidFill>
                  <a:srgbClr val="4B0082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4B0082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0082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4B0082"/>
                </a:solidFill>
              </a:defRPr>
            </a:pPr>
          </a:p>
          <a:p>
            <a:pPr>
              <a:defRPr sz="1600">
                <a:solidFill>
                  <a:srgbClr val="4B0082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4B0082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8F4FF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B68EE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9370DB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B68EE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9370DB">
              <a:lumMod val="50000"/>
              <a:lumOff val="50000"/>
            </a:srgbClr>
          </a:solidFill>
          <a:ln w="25400"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B0082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B68EE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B6C1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4B0082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9370DB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B0082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9370DB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B0082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9370DB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B0082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4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4FF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