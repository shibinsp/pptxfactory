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4682B4"/>
                </a:solidFill>
              </a:defRPr>
            </a:pPr>
            <a:r>
              <a:t>Winter Frost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F4F4F"/>
                </a:solidFill>
              </a:defRPr>
            </a:pPr>
            <a:r>
              <a:t>Cool winter ice and snow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B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0F8FF"/>
                </a:solidFill>
              </a:defRPr>
            </a:pPr>
            <a:r>
              <a:t>Seasonal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682B4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F4F4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F4F4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F4F4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682B4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4F4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F4F4F"/>
                </a:solidFill>
              </a:defRPr>
            </a:pPr>
          </a:p>
          <a:p>
            <a:pPr>
              <a:defRPr sz="1600">
                <a:solidFill>
                  <a:srgbClr val="2F4F4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F4F4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4F4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F4F4F"/>
                </a:solidFill>
              </a:defRPr>
            </a:pPr>
          </a:p>
          <a:p>
            <a:pPr>
              <a:defRPr sz="1600">
                <a:solidFill>
                  <a:srgbClr val="2F4F4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F4F4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0F8FF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682B4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87CEEB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682B4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87CEEB">
              <a:lumMod val="50000"/>
              <a:lumOff val="50000"/>
            </a:srgbClr>
          </a:solidFill>
          <a:ln w="25400">
            <a:solidFill>
              <a:srgbClr val="B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F4F4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682B4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B0E0E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F4F4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87CEE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F4F4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87CEE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F4F4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87CEE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F4F4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8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0F8FF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